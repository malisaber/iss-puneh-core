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6"/>
  </p:notesMasterIdLst>
  <p:sldIdLst>
    <p:sldId id="256" r:id="rId2"/>
    <p:sldId id="257" r:id="rId3"/>
    <p:sldId id="258" r:id="rId4"/>
    <p:sldId id="274" r:id="rId5"/>
    <p:sldId id="275" r:id="rId6"/>
    <p:sldId id="259" r:id="rId7"/>
    <p:sldId id="280" r:id="rId8"/>
    <p:sldId id="276" r:id="rId9"/>
    <p:sldId id="260" r:id="rId10"/>
    <p:sldId id="267" r:id="rId11"/>
    <p:sldId id="262" r:id="rId12"/>
    <p:sldId id="263" r:id="rId13"/>
    <p:sldId id="266" r:id="rId14"/>
    <p:sldId id="278" r:id="rId15"/>
    <p:sldId id="281" r:id="rId16"/>
    <p:sldId id="283" r:id="rId17"/>
    <p:sldId id="282" r:id="rId18"/>
    <p:sldId id="279" r:id="rId19"/>
    <p:sldId id="284" r:id="rId20"/>
    <p:sldId id="285" r:id="rId21"/>
    <p:sldId id="269" r:id="rId22"/>
    <p:sldId id="271" r:id="rId23"/>
    <p:sldId id="272" r:id="rId24"/>
    <p:sldId id="27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>
        <p:scale>
          <a:sx n="80" d="100"/>
          <a:sy n="80" d="100"/>
        </p:scale>
        <p:origin x="787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013AB2-5D28-4137-859A-1E807D8E1BB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82285D-E716-453D-8243-7CD493D47586}">
      <dgm:prSet phldrT="[Text]" phldr="0"/>
      <dgm:spPr/>
      <dgm:t>
        <a:bodyPr/>
        <a:lstStyle/>
        <a:p>
          <a:r>
            <a:rPr lang="en-US" dirty="0" smtClean="0"/>
            <a:t>PUNEH</a:t>
          </a:r>
          <a:endParaRPr lang="en-US" dirty="0"/>
        </a:p>
      </dgm:t>
    </dgm:pt>
    <dgm:pt modelId="{0594FF2E-228F-40D0-9CFE-E8A052B30736}" type="parTrans" cxnId="{FD4E3F9B-8BB5-47CC-8A47-6734B670BA38}">
      <dgm:prSet/>
      <dgm:spPr/>
      <dgm:t>
        <a:bodyPr/>
        <a:lstStyle/>
        <a:p>
          <a:endParaRPr lang="en-US"/>
        </a:p>
      </dgm:t>
    </dgm:pt>
    <dgm:pt modelId="{0EDFD0C2-B1E8-48F0-95ED-1E8678C189DB}" type="sibTrans" cxnId="{FD4E3F9B-8BB5-47CC-8A47-6734B670BA38}">
      <dgm:prSet/>
      <dgm:spPr/>
      <dgm:t>
        <a:bodyPr/>
        <a:lstStyle/>
        <a:p>
          <a:endParaRPr lang="en-US"/>
        </a:p>
      </dgm:t>
    </dgm:pt>
    <dgm:pt modelId="{AC6BA102-AB4A-4EAC-AEE4-B476AC322B3F}">
      <dgm:prSet phldrT="[Text]" phldr="0"/>
      <dgm:spPr/>
      <dgm:t>
        <a:bodyPr/>
        <a:lstStyle/>
        <a:p>
          <a:r>
            <a:rPr lang="en-US" dirty="0"/>
            <a:t>ISS of PUNEH</a:t>
          </a:r>
        </a:p>
      </dgm:t>
    </dgm:pt>
    <dgm:pt modelId="{F92E2150-0E2F-4D81-B6E2-1572489C4CF6}" type="parTrans" cxnId="{C3D3B0F7-F2AA-43EF-B1E4-3A8338DC435F}">
      <dgm:prSet/>
      <dgm:spPr/>
      <dgm:t>
        <a:bodyPr/>
        <a:lstStyle/>
        <a:p>
          <a:endParaRPr lang="en-US"/>
        </a:p>
      </dgm:t>
    </dgm:pt>
    <dgm:pt modelId="{E04C9E9B-7093-4C57-AAB8-0D790B1469D8}" type="sibTrans" cxnId="{C3D3B0F7-F2AA-43EF-B1E4-3A8338DC435F}">
      <dgm:prSet/>
      <dgm:spPr/>
      <dgm:t>
        <a:bodyPr/>
        <a:lstStyle/>
        <a:p>
          <a:endParaRPr lang="en-US"/>
        </a:p>
      </dgm:t>
    </dgm:pt>
    <dgm:pt modelId="{515D11C8-A939-4A1C-B3CC-05162359EEE7}">
      <dgm:prSet phldrT="[Text]" phldr="0"/>
      <dgm:spPr/>
      <dgm:t>
        <a:bodyPr/>
        <a:lstStyle/>
        <a:p>
          <a:r>
            <a:rPr lang="en-US" dirty="0"/>
            <a:t>Results</a:t>
          </a:r>
        </a:p>
      </dgm:t>
    </dgm:pt>
    <dgm:pt modelId="{C070B4FC-E3A9-4B0F-8400-6B1D0FBF5386}" type="parTrans" cxnId="{46D51D7C-7BAD-44F6-B8B6-51CD0EFC207C}">
      <dgm:prSet/>
      <dgm:spPr/>
      <dgm:t>
        <a:bodyPr/>
        <a:lstStyle/>
        <a:p>
          <a:endParaRPr lang="en-US"/>
        </a:p>
      </dgm:t>
    </dgm:pt>
    <dgm:pt modelId="{3106766C-2917-4599-8BA7-567C28445B37}" type="sibTrans" cxnId="{46D51D7C-7BAD-44F6-B8B6-51CD0EFC207C}">
      <dgm:prSet/>
      <dgm:spPr/>
      <dgm:t>
        <a:bodyPr/>
        <a:lstStyle/>
        <a:p>
          <a:endParaRPr lang="en-US"/>
        </a:p>
      </dgm:t>
    </dgm:pt>
    <dgm:pt modelId="{F6A6ADF8-FDBA-4F3B-9121-062FAC096B38}" type="pres">
      <dgm:prSet presAssocID="{88013AB2-5D28-4137-859A-1E807D8E1BB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B3E91A72-6B54-4684-80C9-7E1736576189}" type="pres">
      <dgm:prSet presAssocID="{88013AB2-5D28-4137-859A-1E807D8E1BBA}" presName="Name1" presStyleCnt="0"/>
      <dgm:spPr/>
    </dgm:pt>
    <dgm:pt modelId="{761768AF-8934-4422-BF1C-ABE984A41531}" type="pres">
      <dgm:prSet presAssocID="{88013AB2-5D28-4137-859A-1E807D8E1BBA}" presName="cycle" presStyleCnt="0"/>
      <dgm:spPr/>
    </dgm:pt>
    <dgm:pt modelId="{30168A84-EF3E-435F-8AF3-399C25C7E536}" type="pres">
      <dgm:prSet presAssocID="{88013AB2-5D28-4137-859A-1E807D8E1BBA}" presName="srcNode" presStyleLbl="node1" presStyleIdx="0" presStyleCnt="3"/>
      <dgm:spPr/>
    </dgm:pt>
    <dgm:pt modelId="{AF45F65C-1FA9-4DF1-930B-A29A78E14F99}" type="pres">
      <dgm:prSet presAssocID="{88013AB2-5D28-4137-859A-1E807D8E1BBA}" presName="conn" presStyleLbl="parChTrans1D2" presStyleIdx="0" presStyleCnt="1"/>
      <dgm:spPr/>
      <dgm:t>
        <a:bodyPr/>
        <a:lstStyle/>
        <a:p>
          <a:endParaRPr lang="en-US"/>
        </a:p>
      </dgm:t>
    </dgm:pt>
    <dgm:pt modelId="{091A61B4-DE4C-40BA-9B22-9C5549A6DB17}" type="pres">
      <dgm:prSet presAssocID="{88013AB2-5D28-4137-859A-1E807D8E1BBA}" presName="extraNode" presStyleLbl="node1" presStyleIdx="0" presStyleCnt="3"/>
      <dgm:spPr/>
    </dgm:pt>
    <dgm:pt modelId="{EC6C8364-8B7B-42EB-8962-5A2B71BBD864}" type="pres">
      <dgm:prSet presAssocID="{88013AB2-5D28-4137-859A-1E807D8E1BBA}" presName="dstNode" presStyleLbl="node1" presStyleIdx="0" presStyleCnt="3"/>
      <dgm:spPr/>
    </dgm:pt>
    <dgm:pt modelId="{6BCE4F76-A775-4A74-8816-1AD99B28A4ED}" type="pres">
      <dgm:prSet presAssocID="{7C82285D-E716-453D-8243-7CD493D47586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4D4FF10-30CD-4C5E-9202-8437D0DBBCB7}" type="pres">
      <dgm:prSet presAssocID="{7C82285D-E716-453D-8243-7CD493D47586}" presName="accent_1" presStyleCnt="0"/>
      <dgm:spPr/>
    </dgm:pt>
    <dgm:pt modelId="{8F8D103D-15DE-4603-AA64-D91879392E67}" type="pres">
      <dgm:prSet presAssocID="{7C82285D-E716-453D-8243-7CD493D47586}" presName="accentRepeatNode" presStyleLbl="solidFgAcc1" presStyleIdx="0" presStyleCnt="3"/>
      <dgm:spPr/>
    </dgm:pt>
    <dgm:pt modelId="{5CAC830F-F01D-460B-A34F-CA173F57A1AE}" type="pres">
      <dgm:prSet presAssocID="{AC6BA102-AB4A-4EAC-AEE4-B476AC322B3F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6FA17D-1425-45A0-A647-A0454731F68E}" type="pres">
      <dgm:prSet presAssocID="{AC6BA102-AB4A-4EAC-AEE4-B476AC322B3F}" presName="accent_2" presStyleCnt="0"/>
      <dgm:spPr/>
    </dgm:pt>
    <dgm:pt modelId="{41425A6A-9DA7-4E52-962A-15EFDF9C8CFF}" type="pres">
      <dgm:prSet presAssocID="{AC6BA102-AB4A-4EAC-AEE4-B476AC322B3F}" presName="accentRepeatNode" presStyleLbl="solidFgAcc1" presStyleIdx="1" presStyleCnt="3"/>
      <dgm:spPr/>
    </dgm:pt>
    <dgm:pt modelId="{B20EB520-540E-40D5-9B8B-F5D5AB682F4C}" type="pres">
      <dgm:prSet presAssocID="{515D11C8-A939-4A1C-B3CC-05162359EEE7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2E217B-592D-4479-8D01-A1DE616A391D}" type="pres">
      <dgm:prSet presAssocID="{515D11C8-A939-4A1C-B3CC-05162359EEE7}" presName="accent_3" presStyleCnt="0"/>
      <dgm:spPr/>
    </dgm:pt>
    <dgm:pt modelId="{9B947EDE-6D27-4132-8F6F-11E4E6C7D06F}" type="pres">
      <dgm:prSet presAssocID="{515D11C8-A939-4A1C-B3CC-05162359EEE7}" presName="accentRepeatNode" presStyleLbl="solidFgAcc1" presStyleIdx="2" presStyleCnt="3"/>
      <dgm:spPr/>
    </dgm:pt>
  </dgm:ptLst>
  <dgm:cxnLst>
    <dgm:cxn modelId="{C3D3B0F7-F2AA-43EF-B1E4-3A8338DC435F}" srcId="{88013AB2-5D28-4137-859A-1E807D8E1BBA}" destId="{AC6BA102-AB4A-4EAC-AEE4-B476AC322B3F}" srcOrd="1" destOrd="0" parTransId="{F92E2150-0E2F-4D81-B6E2-1572489C4CF6}" sibTransId="{E04C9E9B-7093-4C57-AAB8-0D790B1469D8}"/>
    <dgm:cxn modelId="{46D51D7C-7BAD-44F6-B8B6-51CD0EFC207C}" srcId="{88013AB2-5D28-4137-859A-1E807D8E1BBA}" destId="{515D11C8-A939-4A1C-B3CC-05162359EEE7}" srcOrd="2" destOrd="0" parTransId="{C070B4FC-E3A9-4B0F-8400-6B1D0FBF5386}" sibTransId="{3106766C-2917-4599-8BA7-567C28445B37}"/>
    <dgm:cxn modelId="{1CEE0FA9-3FE5-41E7-9D7E-22F7F2D30C19}" type="presOf" srcId="{88013AB2-5D28-4137-859A-1E807D8E1BBA}" destId="{F6A6ADF8-FDBA-4F3B-9121-062FAC096B38}" srcOrd="0" destOrd="0" presId="urn:microsoft.com/office/officeart/2008/layout/VerticalCurvedList"/>
    <dgm:cxn modelId="{FD4E3F9B-8BB5-47CC-8A47-6734B670BA38}" srcId="{88013AB2-5D28-4137-859A-1E807D8E1BBA}" destId="{7C82285D-E716-453D-8243-7CD493D47586}" srcOrd="0" destOrd="0" parTransId="{0594FF2E-228F-40D0-9CFE-E8A052B30736}" sibTransId="{0EDFD0C2-B1E8-48F0-95ED-1E8678C189DB}"/>
    <dgm:cxn modelId="{F3EFE2DF-5CF1-4E90-900E-8429FBB5F9DB}" type="presOf" srcId="{515D11C8-A939-4A1C-B3CC-05162359EEE7}" destId="{B20EB520-540E-40D5-9B8B-F5D5AB682F4C}" srcOrd="0" destOrd="0" presId="urn:microsoft.com/office/officeart/2008/layout/VerticalCurvedList"/>
    <dgm:cxn modelId="{BFCE2B13-A27E-4E29-AD37-AE6D2F554C93}" type="presOf" srcId="{0EDFD0C2-B1E8-48F0-95ED-1E8678C189DB}" destId="{AF45F65C-1FA9-4DF1-930B-A29A78E14F99}" srcOrd="0" destOrd="0" presId="urn:microsoft.com/office/officeart/2008/layout/VerticalCurvedList"/>
    <dgm:cxn modelId="{058F5831-9AEE-4B1F-93C5-C3788B25659F}" type="presOf" srcId="{AC6BA102-AB4A-4EAC-AEE4-B476AC322B3F}" destId="{5CAC830F-F01D-460B-A34F-CA173F57A1AE}" srcOrd="0" destOrd="0" presId="urn:microsoft.com/office/officeart/2008/layout/VerticalCurvedList"/>
    <dgm:cxn modelId="{D4E143E4-8D44-47A8-A2AC-4F10F164365D}" type="presOf" srcId="{7C82285D-E716-453D-8243-7CD493D47586}" destId="{6BCE4F76-A775-4A74-8816-1AD99B28A4ED}" srcOrd="0" destOrd="0" presId="urn:microsoft.com/office/officeart/2008/layout/VerticalCurvedList"/>
    <dgm:cxn modelId="{0946983B-5FBA-4272-BAF3-932B9E50B444}" type="presParOf" srcId="{F6A6ADF8-FDBA-4F3B-9121-062FAC096B38}" destId="{B3E91A72-6B54-4684-80C9-7E1736576189}" srcOrd="0" destOrd="0" presId="urn:microsoft.com/office/officeart/2008/layout/VerticalCurvedList"/>
    <dgm:cxn modelId="{9466C736-4DE9-47AE-AA51-FBDB1869AF75}" type="presParOf" srcId="{B3E91A72-6B54-4684-80C9-7E1736576189}" destId="{761768AF-8934-4422-BF1C-ABE984A41531}" srcOrd="0" destOrd="0" presId="urn:microsoft.com/office/officeart/2008/layout/VerticalCurvedList"/>
    <dgm:cxn modelId="{4579D196-6466-4F86-8041-DD5F4FA67A7D}" type="presParOf" srcId="{761768AF-8934-4422-BF1C-ABE984A41531}" destId="{30168A84-EF3E-435F-8AF3-399C25C7E536}" srcOrd="0" destOrd="0" presId="urn:microsoft.com/office/officeart/2008/layout/VerticalCurvedList"/>
    <dgm:cxn modelId="{3EEEAEFA-9205-4022-AA62-8E775DE50DD6}" type="presParOf" srcId="{761768AF-8934-4422-BF1C-ABE984A41531}" destId="{AF45F65C-1FA9-4DF1-930B-A29A78E14F99}" srcOrd="1" destOrd="0" presId="urn:microsoft.com/office/officeart/2008/layout/VerticalCurvedList"/>
    <dgm:cxn modelId="{B1E02463-86B2-433F-8289-A926F4957498}" type="presParOf" srcId="{761768AF-8934-4422-BF1C-ABE984A41531}" destId="{091A61B4-DE4C-40BA-9B22-9C5549A6DB17}" srcOrd="2" destOrd="0" presId="urn:microsoft.com/office/officeart/2008/layout/VerticalCurvedList"/>
    <dgm:cxn modelId="{604AC82C-4E0D-4DD1-87EF-BA1E37BE5C82}" type="presParOf" srcId="{761768AF-8934-4422-BF1C-ABE984A41531}" destId="{EC6C8364-8B7B-42EB-8962-5A2B71BBD864}" srcOrd="3" destOrd="0" presId="urn:microsoft.com/office/officeart/2008/layout/VerticalCurvedList"/>
    <dgm:cxn modelId="{7179B70B-CAE3-485E-BBEC-30A9E416DE72}" type="presParOf" srcId="{B3E91A72-6B54-4684-80C9-7E1736576189}" destId="{6BCE4F76-A775-4A74-8816-1AD99B28A4ED}" srcOrd="1" destOrd="0" presId="urn:microsoft.com/office/officeart/2008/layout/VerticalCurvedList"/>
    <dgm:cxn modelId="{9A096590-50D9-40B9-A484-F083B73D640E}" type="presParOf" srcId="{B3E91A72-6B54-4684-80C9-7E1736576189}" destId="{C4D4FF10-30CD-4C5E-9202-8437D0DBBCB7}" srcOrd="2" destOrd="0" presId="urn:microsoft.com/office/officeart/2008/layout/VerticalCurvedList"/>
    <dgm:cxn modelId="{3982A443-5A0F-4331-A9B3-82C85AF57E01}" type="presParOf" srcId="{C4D4FF10-30CD-4C5E-9202-8437D0DBBCB7}" destId="{8F8D103D-15DE-4603-AA64-D91879392E67}" srcOrd="0" destOrd="0" presId="urn:microsoft.com/office/officeart/2008/layout/VerticalCurvedList"/>
    <dgm:cxn modelId="{8787107D-6DC7-4B4B-BE35-62273B275907}" type="presParOf" srcId="{B3E91A72-6B54-4684-80C9-7E1736576189}" destId="{5CAC830F-F01D-460B-A34F-CA173F57A1AE}" srcOrd="3" destOrd="0" presId="urn:microsoft.com/office/officeart/2008/layout/VerticalCurvedList"/>
    <dgm:cxn modelId="{E758A6A5-56B9-44D9-8DE8-BE2D4DE580CC}" type="presParOf" srcId="{B3E91A72-6B54-4684-80C9-7E1736576189}" destId="{F06FA17D-1425-45A0-A647-A0454731F68E}" srcOrd="4" destOrd="0" presId="urn:microsoft.com/office/officeart/2008/layout/VerticalCurvedList"/>
    <dgm:cxn modelId="{9345F20E-DC3A-466B-8514-0CCD59334051}" type="presParOf" srcId="{F06FA17D-1425-45A0-A647-A0454731F68E}" destId="{41425A6A-9DA7-4E52-962A-15EFDF9C8CFF}" srcOrd="0" destOrd="0" presId="urn:microsoft.com/office/officeart/2008/layout/VerticalCurvedList"/>
    <dgm:cxn modelId="{8FB3E66A-DDAF-4672-BE71-ECCD406AAE81}" type="presParOf" srcId="{B3E91A72-6B54-4684-80C9-7E1736576189}" destId="{B20EB520-540E-40D5-9B8B-F5D5AB682F4C}" srcOrd="5" destOrd="0" presId="urn:microsoft.com/office/officeart/2008/layout/VerticalCurvedList"/>
    <dgm:cxn modelId="{DDF0914A-F0B2-4641-8813-83CF21FD8783}" type="presParOf" srcId="{B3E91A72-6B54-4684-80C9-7E1736576189}" destId="{7D2E217B-592D-4479-8D01-A1DE616A391D}" srcOrd="6" destOrd="0" presId="urn:microsoft.com/office/officeart/2008/layout/VerticalCurvedList"/>
    <dgm:cxn modelId="{910A13CC-82A6-4B4F-B7DC-8B15DA6F035A}" type="presParOf" srcId="{7D2E217B-592D-4479-8D01-A1DE616A391D}" destId="{9B947EDE-6D27-4132-8F6F-11E4E6C7D06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013AB2-5D28-4137-859A-1E807D8E1BB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82285D-E716-453D-8243-7CD493D47586}">
      <dgm:prSet phldrT="[Text]" phldr="0"/>
      <dgm:spPr/>
      <dgm:t>
        <a:bodyPr/>
        <a:lstStyle/>
        <a:p>
          <a:r>
            <a:rPr lang="en-US" dirty="0" smtClean="0"/>
            <a:t>PUNEH</a:t>
          </a:r>
          <a:endParaRPr lang="en-US" dirty="0"/>
        </a:p>
      </dgm:t>
    </dgm:pt>
    <dgm:pt modelId="{0594FF2E-228F-40D0-9CFE-E8A052B30736}" type="parTrans" cxnId="{FD4E3F9B-8BB5-47CC-8A47-6734B670BA38}">
      <dgm:prSet/>
      <dgm:spPr/>
      <dgm:t>
        <a:bodyPr/>
        <a:lstStyle/>
        <a:p>
          <a:endParaRPr lang="en-US"/>
        </a:p>
      </dgm:t>
    </dgm:pt>
    <dgm:pt modelId="{0EDFD0C2-B1E8-48F0-95ED-1E8678C189DB}" type="sibTrans" cxnId="{FD4E3F9B-8BB5-47CC-8A47-6734B670BA38}">
      <dgm:prSet/>
      <dgm:spPr/>
      <dgm:t>
        <a:bodyPr/>
        <a:lstStyle/>
        <a:p>
          <a:endParaRPr lang="en-US"/>
        </a:p>
      </dgm:t>
    </dgm:pt>
    <dgm:pt modelId="{AC6BA102-AB4A-4EAC-AEE4-B476AC322B3F}">
      <dgm:prSet phldrT="[Text]" phldr="0"/>
      <dgm:spPr/>
      <dgm:t>
        <a:bodyPr/>
        <a:lstStyle/>
        <a:p>
          <a:r>
            <a:rPr lang="en-US" dirty="0"/>
            <a:t>ISS of PUNEH</a:t>
          </a:r>
        </a:p>
      </dgm:t>
    </dgm:pt>
    <dgm:pt modelId="{F92E2150-0E2F-4D81-B6E2-1572489C4CF6}" type="parTrans" cxnId="{C3D3B0F7-F2AA-43EF-B1E4-3A8338DC435F}">
      <dgm:prSet/>
      <dgm:spPr/>
      <dgm:t>
        <a:bodyPr/>
        <a:lstStyle/>
        <a:p>
          <a:endParaRPr lang="en-US"/>
        </a:p>
      </dgm:t>
    </dgm:pt>
    <dgm:pt modelId="{E04C9E9B-7093-4C57-AAB8-0D790B1469D8}" type="sibTrans" cxnId="{C3D3B0F7-F2AA-43EF-B1E4-3A8338DC435F}">
      <dgm:prSet/>
      <dgm:spPr/>
      <dgm:t>
        <a:bodyPr/>
        <a:lstStyle/>
        <a:p>
          <a:endParaRPr lang="en-US"/>
        </a:p>
      </dgm:t>
    </dgm:pt>
    <dgm:pt modelId="{515D11C8-A939-4A1C-B3CC-05162359EEE7}">
      <dgm:prSet phldrT="[Text]" phldr="0"/>
      <dgm:spPr/>
      <dgm:t>
        <a:bodyPr/>
        <a:lstStyle/>
        <a:p>
          <a:r>
            <a:rPr lang="en-US" dirty="0"/>
            <a:t>Results</a:t>
          </a:r>
        </a:p>
      </dgm:t>
    </dgm:pt>
    <dgm:pt modelId="{C070B4FC-E3A9-4B0F-8400-6B1D0FBF5386}" type="parTrans" cxnId="{46D51D7C-7BAD-44F6-B8B6-51CD0EFC207C}">
      <dgm:prSet/>
      <dgm:spPr/>
      <dgm:t>
        <a:bodyPr/>
        <a:lstStyle/>
        <a:p>
          <a:endParaRPr lang="en-US"/>
        </a:p>
      </dgm:t>
    </dgm:pt>
    <dgm:pt modelId="{3106766C-2917-4599-8BA7-567C28445B37}" type="sibTrans" cxnId="{46D51D7C-7BAD-44F6-B8B6-51CD0EFC207C}">
      <dgm:prSet/>
      <dgm:spPr/>
      <dgm:t>
        <a:bodyPr/>
        <a:lstStyle/>
        <a:p>
          <a:endParaRPr lang="en-US"/>
        </a:p>
      </dgm:t>
    </dgm:pt>
    <dgm:pt modelId="{F6A6ADF8-FDBA-4F3B-9121-062FAC096B38}" type="pres">
      <dgm:prSet presAssocID="{88013AB2-5D28-4137-859A-1E807D8E1BB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B3E91A72-6B54-4684-80C9-7E1736576189}" type="pres">
      <dgm:prSet presAssocID="{88013AB2-5D28-4137-859A-1E807D8E1BBA}" presName="Name1" presStyleCnt="0"/>
      <dgm:spPr/>
    </dgm:pt>
    <dgm:pt modelId="{761768AF-8934-4422-BF1C-ABE984A41531}" type="pres">
      <dgm:prSet presAssocID="{88013AB2-5D28-4137-859A-1E807D8E1BBA}" presName="cycle" presStyleCnt="0"/>
      <dgm:spPr/>
    </dgm:pt>
    <dgm:pt modelId="{30168A84-EF3E-435F-8AF3-399C25C7E536}" type="pres">
      <dgm:prSet presAssocID="{88013AB2-5D28-4137-859A-1E807D8E1BBA}" presName="srcNode" presStyleLbl="node1" presStyleIdx="0" presStyleCnt="3"/>
      <dgm:spPr/>
    </dgm:pt>
    <dgm:pt modelId="{AF45F65C-1FA9-4DF1-930B-A29A78E14F99}" type="pres">
      <dgm:prSet presAssocID="{88013AB2-5D28-4137-859A-1E807D8E1BBA}" presName="conn" presStyleLbl="parChTrans1D2" presStyleIdx="0" presStyleCnt="1"/>
      <dgm:spPr/>
      <dgm:t>
        <a:bodyPr/>
        <a:lstStyle/>
        <a:p>
          <a:endParaRPr lang="en-US"/>
        </a:p>
      </dgm:t>
    </dgm:pt>
    <dgm:pt modelId="{091A61B4-DE4C-40BA-9B22-9C5549A6DB17}" type="pres">
      <dgm:prSet presAssocID="{88013AB2-5D28-4137-859A-1E807D8E1BBA}" presName="extraNode" presStyleLbl="node1" presStyleIdx="0" presStyleCnt="3"/>
      <dgm:spPr/>
    </dgm:pt>
    <dgm:pt modelId="{EC6C8364-8B7B-42EB-8962-5A2B71BBD864}" type="pres">
      <dgm:prSet presAssocID="{88013AB2-5D28-4137-859A-1E807D8E1BBA}" presName="dstNode" presStyleLbl="node1" presStyleIdx="0" presStyleCnt="3"/>
      <dgm:spPr/>
    </dgm:pt>
    <dgm:pt modelId="{6BCE4F76-A775-4A74-8816-1AD99B28A4ED}" type="pres">
      <dgm:prSet presAssocID="{7C82285D-E716-453D-8243-7CD493D47586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4D4FF10-30CD-4C5E-9202-8437D0DBBCB7}" type="pres">
      <dgm:prSet presAssocID="{7C82285D-E716-453D-8243-7CD493D47586}" presName="accent_1" presStyleCnt="0"/>
      <dgm:spPr/>
    </dgm:pt>
    <dgm:pt modelId="{8F8D103D-15DE-4603-AA64-D91879392E67}" type="pres">
      <dgm:prSet presAssocID="{7C82285D-E716-453D-8243-7CD493D47586}" presName="accentRepeatNode" presStyleLbl="solidFgAcc1" presStyleIdx="0" presStyleCnt="3"/>
      <dgm:spPr/>
    </dgm:pt>
    <dgm:pt modelId="{5CAC830F-F01D-460B-A34F-CA173F57A1AE}" type="pres">
      <dgm:prSet presAssocID="{AC6BA102-AB4A-4EAC-AEE4-B476AC322B3F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6FA17D-1425-45A0-A647-A0454731F68E}" type="pres">
      <dgm:prSet presAssocID="{AC6BA102-AB4A-4EAC-AEE4-B476AC322B3F}" presName="accent_2" presStyleCnt="0"/>
      <dgm:spPr/>
    </dgm:pt>
    <dgm:pt modelId="{41425A6A-9DA7-4E52-962A-15EFDF9C8CFF}" type="pres">
      <dgm:prSet presAssocID="{AC6BA102-AB4A-4EAC-AEE4-B476AC322B3F}" presName="accentRepeatNode" presStyleLbl="solidFgAcc1" presStyleIdx="1" presStyleCnt="3"/>
      <dgm:spPr/>
    </dgm:pt>
    <dgm:pt modelId="{B20EB520-540E-40D5-9B8B-F5D5AB682F4C}" type="pres">
      <dgm:prSet presAssocID="{515D11C8-A939-4A1C-B3CC-05162359EEE7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2E217B-592D-4479-8D01-A1DE616A391D}" type="pres">
      <dgm:prSet presAssocID="{515D11C8-A939-4A1C-B3CC-05162359EEE7}" presName="accent_3" presStyleCnt="0"/>
      <dgm:spPr/>
    </dgm:pt>
    <dgm:pt modelId="{9B947EDE-6D27-4132-8F6F-11E4E6C7D06F}" type="pres">
      <dgm:prSet presAssocID="{515D11C8-A939-4A1C-B3CC-05162359EEE7}" presName="accentRepeatNode" presStyleLbl="solidFgAcc1" presStyleIdx="2" presStyleCnt="3"/>
      <dgm:spPr/>
    </dgm:pt>
  </dgm:ptLst>
  <dgm:cxnLst>
    <dgm:cxn modelId="{20851094-F753-4D8B-B50B-DD48C6BF2E55}" type="presOf" srcId="{7C82285D-E716-453D-8243-7CD493D47586}" destId="{6BCE4F76-A775-4A74-8816-1AD99B28A4ED}" srcOrd="0" destOrd="0" presId="urn:microsoft.com/office/officeart/2008/layout/VerticalCurvedList"/>
    <dgm:cxn modelId="{1CEE0FA9-3FE5-41E7-9D7E-22F7F2D30C19}" type="presOf" srcId="{88013AB2-5D28-4137-859A-1E807D8E1BBA}" destId="{F6A6ADF8-FDBA-4F3B-9121-062FAC096B38}" srcOrd="0" destOrd="0" presId="urn:microsoft.com/office/officeart/2008/layout/VerticalCurvedList"/>
    <dgm:cxn modelId="{46D51D7C-7BAD-44F6-B8B6-51CD0EFC207C}" srcId="{88013AB2-5D28-4137-859A-1E807D8E1BBA}" destId="{515D11C8-A939-4A1C-B3CC-05162359EEE7}" srcOrd="2" destOrd="0" parTransId="{C070B4FC-E3A9-4B0F-8400-6B1D0FBF5386}" sibTransId="{3106766C-2917-4599-8BA7-567C28445B37}"/>
    <dgm:cxn modelId="{058F5831-9AEE-4B1F-93C5-C3788B25659F}" type="presOf" srcId="{AC6BA102-AB4A-4EAC-AEE4-B476AC322B3F}" destId="{5CAC830F-F01D-460B-A34F-CA173F57A1AE}" srcOrd="0" destOrd="0" presId="urn:microsoft.com/office/officeart/2008/layout/VerticalCurvedList"/>
    <dgm:cxn modelId="{CA4B61CC-8EED-4756-9492-9BC07EF6ADC3}" type="presOf" srcId="{0EDFD0C2-B1E8-48F0-95ED-1E8678C189DB}" destId="{AF45F65C-1FA9-4DF1-930B-A29A78E14F99}" srcOrd="0" destOrd="0" presId="urn:microsoft.com/office/officeart/2008/layout/VerticalCurvedList"/>
    <dgm:cxn modelId="{F3EFE2DF-5CF1-4E90-900E-8429FBB5F9DB}" type="presOf" srcId="{515D11C8-A939-4A1C-B3CC-05162359EEE7}" destId="{B20EB520-540E-40D5-9B8B-F5D5AB682F4C}" srcOrd="0" destOrd="0" presId="urn:microsoft.com/office/officeart/2008/layout/VerticalCurvedList"/>
    <dgm:cxn modelId="{FD4E3F9B-8BB5-47CC-8A47-6734B670BA38}" srcId="{88013AB2-5D28-4137-859A-1E807D8E1BBA}" destId="{7C82285D-E716-453D-8243-7CD493D47586}" srcOrd="0" destOrd="0" parTransId="{0594FF2E-228F-40D0-9CFE-E8A052B30736}" sibTransId="{0EDFD0C2-B1E8-48F0-95ED-1E8678C189DB}"/>
    <dgm:cxn modelId="{C3D3B0F7-F2AA-43EF-B1E4-3A8338DC435F}" srcId="{88013AB2-5D28-4137-859A-1E807D8E1BBA}" destId="{AC6BA102-AB4A-4EAC-AEE4-B476AC322B3F}" srcOrd="1" destOrd="0" parTransId="{F92E2150-0E2F-4D81-B6E2-1572489C4CF6}" sibTransId="{E04C9E9B-7093-4C57-AAB8-0D790B1469D8}"/>
    <dgm:cxn modelId="{0946983B-5FBA-4272-BAF3-932B9E50B444}" type="presParOf" srcId="{F6A6ADF8-FDBA-4F3B-9121-062FAC096B38}" destId="{B3E91A72-6B54-4684-80C9-7E1736576189}" srcOrd="0" destOrd="0" presId="urn:microsoft.com/office/officeart/2008/layout/VerticalCurvedList"/>
    <dgm:cxn modelId="{E4B37115-2522-4F22-9DD5-88A71284C18D}" type="presParOf" srcId="{B3E91A72-6B54-4684-80C9-7E1736576189}" destId="{761768AF-8934-4422-BF1C-ABE984A41531}" srcOrd="0" destOrd="0" presId="urn:microsoft.com/office/officeart/2008/layout/VerticalCurvedList"/>
    <dgm:cxn modelId="{699C2465-6BE2-42AC-B791-EBF027C0E5D2}" type="presParOf" srcId="{761768AF-8934-4422-BF1C-ABE984A41531}" destId="{30168A84-EF3E-435F-8AF3-399C25C7E536}" srcOrd="0" destOrd="0" presId="urn:microsoft.com/office/officeart/2008/layout/VerticalCurvedList"/>
    <dgm:cxn modelId="{0919E2A8-A1CE-48EC-B82F-1BD5C5E6B608}" type="presParOf" srcId="{761768AF-8934-4422-BF1C-ABE984A41531}" destId="{AF45F65C-1FA9-4DF1-930B-A29A78E14F99}" srcOrd="1" destOrd="0" presId="urn:microsoft.com/office/officeart/2008/layout/VerticalCurvedList"/>
    <dgm:cxn modelId="{D0E144A6-E3F5-47DA-AC17-36000772E88A}" type="presParOf" srcId="{761768AF-8934-4422-BF1C-ABE984A41531}" destId="{091A61B4-DE4C-40BA-9B22-9C5549A6DB17}" srcOrd="2" destOrd="0" presId="urn:microsoft.com/office/officeart/2008/layout/VerticalCurvedList"/>
    <dgm:cxn modelId="{93A6B066-6251-4AF7-9A23-903DA165F0FF}" type="presParOf" srcId="{761768AF-8934-4422-BF1C-ABE984A41531}" destId="{EC6C8364-8B7B-42EB-8962-5A2B71BBD864}" srcOrd="3" destOrd="0" presId="urn:microsoft.com/office/officeart/2008/layout/VerticalCurvedList"/>
    <dgm:cxn modelId="{94288966-237F-4069-B3BF-F59CDDB9AEAA}" type="presParOf" srcId="{B3E91A72-6B54-4684-80C9-7E1736576189}" destId="{6BCE4F76-A775-4A74-8816-1AD99B28A4ED}" srcOrd="1" destOrd="0" presId="urn:microsoft.com/office/officeart/2008/layout/VerticalCurvedList"/>
    <dgm:cxn modelId="{67A4D219-F2A4-45DC-A0D0-9B9C7E7A715F}" type="presParOf" srcId="{B3E91A72-6B54-4684-80C9-7E1736576189}" destId="{C4D4FF10-30CD-4C5E-9202-8437D0DBBCB7}" srcOrd="2" destOrd="0" presId="urn:microsoft.com/office/officeart/2008/layout/VerticalCurvedList"/>
    <dgm:cxn modelId="{47029014-3F9B-4736-802A-C9C4785DEC7A}" type="presParOf" srcId="{C4D4FF10-30CD-4C5E-9202-8437D0DBBCB7}" destId="{8F8D103D-15DE-4603-AA64-D91879392E67}" srcOrd="0" destOrd="0" presId="urn:microsoft.com/office/officeart/2008/layout/VerticalCurvedList"/>
    <dgm:cxn modelId="{8787107D-6DC7-4B4B-BE35-62273B275907}" type="presParOf" srcId="{B3E91A72-6B54-4684-80C9-7E1736576189}" destId="{5CAC830F-F01D-460B-A34F-CA173F57A1AE}" srcOrd="3" destOrd="0" presId="urn:microsoft.com/office/officeart/2008/layout/VerticalCurvedList"/>
    <dgm:cxn modelId="{E758A6A5-56B9-44D9-8DE8-BE2D4DE580CC}" type="presParOf" srcId="{B3E91A72-6B54-4684-80C9-7E1736576189}" destId="{F06FA17D-1425-45A0-A647-A0454731F68E}" srcOrd="4" destOrd="0" presId="urn:microsoft.com/office/officeart/2008/layout/VerticalCurvedList"/>
    <dgm:cxn modelId="{9345F20E-DC3A-466B-8514-0CCD59334051}" type="presParOf" srcId="{F06FA17D-1425-45A0-A647-A0454731F68E}" destId="{41425A6A-9DA7-4E52-962A-15EFDF9C8CFF}" srcOrd="0" destOrd="0" presId="urn:microsoft.com/office/officeart/2008/layout/VerticalCurvedList"/>
    <dgm:cxn modelId="{8FB3E66A-DDAF-4672-BE71-ECCD406AAE81}" type="presParOf" srcId="{B3E91A72-6B54-4684-80C9-7E1736576189}" destId="{B20EB520-540E-40D5-9B8B-F5D5AB682F4C}" srcOrd="5" destOrd="0" presId="urn:microsoft.com/office/officeart/2008/layout/VerticalCurvedList"/>
    <dgm:cxn modelId="{DDF0914A-F0B2-4641-8813-83CF21FD8783}" type="presParOf" srcId="{B3E91A72-6B54-4684-80C9-7E1736576189}" destId="{7D2E217B-592D-4479-8D01-A1DE616A391D}" srcOrd="6" destOrd="0" presId="urn:microsoft.com/office/officeart/2008/layout/VerticalCurvedList"/>
    <dgm:cxn modelId="{32C5C411-5B35-4DDE-A9E4-33206B4F46A9}" type="presParOf" srcId="{7D2E217B-592D-4479-8D01-A1DE616A391D}" destId="{9B947EDE-6D27-4132-8F6F-11E4E6C7D06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013AB2-5D28-4137-859A-1E807D8E1BB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82285D-E716-453D-8243-7CD493D47586}">
      <dgm:prSet phldrT="[Text]" phldr="0"/>
      <dgm:spPr/>
      <dgm:t>
        <a:bodyPr/>
        <a:lstStyle/>
        <a:p>
          <a:r>
            <a:rPr lang="en-US" dirty="0" smtClean="0"/>
            <a:t>PUNEH</a:t>
          </a:r>
          <a:endParaRPr lang="en-US" dirty="0"/>
        </a:p>
      </dgm:t>
    </dgm:pt>
    <dgm:pt modelId="{0594FF2E-228F-40D0-9CFE-E8A052B30736}" type="parTrans" cxnId="{FD4E3F9B-8BB5-47CC-8A47-6734B670BA38}">
      <dgm:prSet/>
      <dgm:spPr/>
      <dgm:t>
        <a:bodyPr/>
        <a:lstStyle/>
        <a:p>
          <a:endParaRPr lang="en-US"/>
        </a:p>
      </dgm:t>
    </dgm:pt>
    <dgm:pt modelId="{0EDFD0C2-B1E8-48F0-95ED-1E8678C189DB}" type="sibTrans" cxnId="{FD4E3F9B-8BB5-47CC-8A47-6734B670BA38}">
      <dgm:prSet/>
      <dgm:spPr/>
      <dgm:t>
        <a:bodyPr/>
        <a:lstStyle/>
        <a:p>
          <a:endParaRPr lang="en-US"/>
        </a:p>
      </dgm:t>
    </dgm:pt>
    <dgm:pt modelId="{AC6BA102-AB4A-4EAC-AEE4-B476AC322B3F}">
      <dgm:prSet phldrT="[Text]" phldr="0"/>
      <dgm:spPr/>
      <dgm:t>
        <a:bodyPr/>
        <a:lstStyle/>
        <a:p>
          <a:r>
            <a:rPr lang="en-US" dirty="0"/>
            <a:t>ISS of PUNEH</a:t>
          </a:r>
        </a:p>
      </dgm:t>
    </dgm:pt>
    <dgm:pt modelId="{F92E2150-0E2F-4D81-B6E2-1572489C4CF6}" type="parTrans" cxnId="{C3D3B0F7-F2AA-43EF-B1E4-3A8338DC435F}">
      <dgm:prSet/>
      <dgm:spPr/>
      <dgm:t>
        <a:bodyPr/>
        <a:lstStyle/>
        <a:p>
          <a:endParaRPr lang="en-US"/>
        </a:p>
      </dgm:t>
    </dgm:pt>
    <dgm:pt modelId="{E04C9E9B-7093-4C57-AAB8-0D790B1469D8}" type="sibTrans" cxnId="{C3D3B0F7-F2AA-43EF-B1E4-3A8338DC435F}">
      <dgm:prSet/>
      <dgm:spPr/>
      <dgm:t>
        <a:bodyPr/>
        <a:lstStyle/>
        <a:p>
          <a:endParaRPr lang="en-US"/>
        </a:p>
      </dgm:t>
    </dgm:pt>
    <dgm:pt modelId="{515D11C8-A939-4A1C-B3CC-05162359EEE7}">
      <dgm:prSet phldrT="[Text]" phldr="0"/>
      <dgm:spPr/>
      <dgm:t>
        <a:bodyPr/>
        <a:lstStyle/>
        <a:p>
          <a:r>
            <a:rPr lang="en-US" dirty="0"/>
            <a:t>Results</a:t>
          </a:r>
        </a:p>
      </dgm:t>
    </dgm:pt>
    <dgm:pt modelId="{C070B4FC-E3A9-4B0F-8400-6B1D0FBF5386}" type="parTrans" cxnId="{46D51D7C-7BAD-44F6-B8B6-51CD0EFC207C}">
      <dgm:prSet/>
      <dgm:spPr/>
      <dgm:t>
        <a:bodyPr/>
        <a:lstStyle/>
        <a:p>
          <a:endParaRPr lang="en-US"/>
        </a:p>
      </dgm:t>
    </dgm:pt>
    <dgm:pt modelId="{3106766C-2917-4599-8BA7-567C28445B37}" type="sibTrans" cxnId="{46D51D7C-7BAD-44F6-B8B6-51CD0EFC207C}">
      <dgm:prSet/>
      <dgm:spPr/>
      <dgm:t>
        <a:bodyPr/>
        <a:lstStyle/>
        <a:p>
          <a:endParaRPr lang="en-US"/>
        </a:p>
      </dgm:t>
    </dgm:pt>
    <dgm:pt modelId="{F6A6ADF8-FDBA-4F3B-9121-062FAC096B38}" type="pres">
      <dgm:prSet presAssocID="{88013AB2-5D28-4137-859A-1E807D8E1BB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B3E91A72-6B54-4684-80C9-7E1736576189}" type="pres">
      <dgm:prSet presAssocID="{88013AB2-5D28-4137-859A-1E807D8E1BBA}" presName="Name1" presStyleCnt="0"/>
      <dgm:spPr/>
    </dgm:pt>
    <dgm:pt modelId="{761768AF-8934-4422-BF1C-ABE984A41531}" type="pres">
      <dgm:prSet presAssocID="{88013AB2-5D28-4137-859A-1E807D8E1BBA}" presName="cycle" presStyleCnt="0"/>
      <dgm:spPr/>
    </dgm:pt>
    <dgm:pt modelId="{30168A84-EF3E-435F-8AF3-399C25C7E536}" type="pres">
      <dgm:prSet presAssocID="{88013AB2-5D28-4137-859A-1E807D8E1BBA}" presName="srcNode" presStyleLbl="node1" presStyleIdx="0" presStyleCnt="3"/>
      <dgm:spPr/>
    </dgm:pt>
    <dgm:pt modelId="{AF45F65C-1FA9-4DF1-930B-A29A78E14F99}" type="pres">
      <dgm:prSet presAssocID="{88013AB2-5D28-4137-859A-1E807D8E1BBA}" presName="conn" presStyleLbl="parChTrans1D2" presStyleIdx="0" presStyleCnt="1"/>
      <dgm:spPr/>
      <dgm:t>
        <a:bodyPr/>
        <a:lstStyle/>
        <a:p>
          <a:endParaRPr lang="en-US"/>
        </a:p>
      </dgm:t>
    </dgm:pt>
    <dgm:pt modelId="{091A61B4-DE4C-40BA-9B22-9C5549A6DB17}" type="pres">
      <dgm:prSet presAssocID="{88013AB2-5D28-4137-859A-1E807D8E1BBA}" presName="extraNode" presStyleLbl="node1" presStyleIdx="0" presStyleCnt="3"/>
      <dgm:spPr/>
    </dgm:pt>
    <dgm:pt modelId="{EC6C8364-8B7B-42EB-8962-5A2B71BBD864}" type="pres">
      <dgm:prSet presAssocID="{88013AB2-5D28-4137-859A-1E807D8E1BBA}" presName="dstNode" presStyleLbl="node1" presStyleIdx="0" presStyleCnt="3"/>
      <dgm:spPr/>
    </dgm:pt>
    <dgm:pt modelId="{6BCE4F76-A775-4A74-8816-1AD99B28A4ED}" type="pres">
      <dgm:prSet presAssocID="{7C82285D-E716-453D-8243-7CD493D47586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4D4FF10-30CD-4C5E-9202-8437D0DBBCB7}" type="pres">
      <dgm:prSet presAssocID="{7C82285D-E716-453D-8243-7CD493D47586}" presName="accent_1" presStyleCnt="0"/>
      <dgm:spPr/>
    </dgm:pt>
    <dgm:pt modelId="{8F8D103D-15DE-4603-AA64-D91879392E67}" type="pres">
      <dgm:prSet presAssocID="{7C82285D-E716-453D-8243-7CD493D47586}" presName="accentRepeatNode" presStyleLbl="solidFgAcc1" presStyleIdx="0" presStyleCnt="3"/>
      <dgm:spPr/>
    </dgm:pt>
    <dgm:pt modelId="{5CAC830F-F01D-460B-A34F-CA173F57A1AE}" type="pres">
      <dgm:prSet presAssocID="{AC6BA102-AB4A-4EAC-AEE4-B476AC322B3F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6FA17D-1425-45A0-A647-A0454731F68E}" type="pres">
      <dgm:prSet presAssocID="{AC6BA102-AB4A-4EAC-AEE4-B476AC322B3F}" presName="accent_2" presStyleCnt="0"/>
      <dgm:spPr/>
    </dgm:pt>
    <dgm:pt modelId="{41425A6A-9DA7-4E52-962A-15EFDF9C8CFF}" type="pres">
      <dgm:prSet presAssocID="{AC6BA102-AB4A-4EAC-AEE4-B476AC322B3F}" presName="accentRepeatNode" presStyleLbl="solidFgAcc1" presStyleIdx="1" presStyleCnt="3"/>
      <dgm:spPr/>
    </dgm:pt>
    <dgm:pt modelId="{B20EB520-540E-40D5-9B8B-F5D5AB682F4C}" type="pres">
      <dgm:prSet presAssocID="{515D11C8-A939-4A1C-B3CC-05162359EEE7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2E217B-592D-4479-8D01-A1DE616A391D}" type="pres">
      <dgm:prSet presAssocID="{515D11C8-A939-4A1C-B3CC-05162359EEE7}" presName="accent_3" presStyleCnt="0"/>
      <dgm:spPr/>
    </dgm:pt>
    <dgm:pt modelId="{9B947EDE-6D27-4132-8F6F-11E4E6C7D06F}" type="pres">
      <dgm:prSet presAssocID="{515D11C8-A939-4A1C-B3CC-05162359EEE7}" presName="accentRepeatNode" presStyleLbl="solidFgAcc1" presStyleIdx="2" presStyleCnt="3"/>
      <dgm:spPr/>
    </dgm:pt>
  </dgm:ptLst>
  <dgm:cxnLst>
    <dgm:cxn modelId="{20851094-F753-4D8B-B50B-DD48C6BF2E55}" type="presOf" srcId="{7C82285D-E716-453D-8243-7CD493D47586}" destId="{6BCE4F76-A775-4A74-8816-1AD99B28A4ED}" srcOrd="0" destOrd="0" presId="urn:microsoft.com/office/officeart/2008/layout/VerticalCurvedList"/>
    <dgm:cxn modelId="{1CEE0FA9-3FE5-41E7-9D7E-22F7F2D30C19}" type="presOf" srcId="{88013AB2-5D28-4137-859A-1E807D8E1BBA}" destId="{F6A6ADF8-FDBA-4F3B-9121-062FAC096B38}" srcOrd="0" destOrd="0" presId="urn:microsoft.com/office/officeart/2008/layout/VerticalCurvedList"/>
    <dgm:cxn modelId="{46D51D7C-7BAD-44F6-B8B6-51CD0EFC207C}" srcId="{88013AB2-5D28-4137-859A-1E807D8E1BBA}" destId="{515D11C8-A939-4A1C-B3CC-05162359EEE7}" srcOrd="2" destOrd="0" parTransId="{C070B4FC-E3A9-4B0F-8400-6B1D0FBF5386}" sibTransId="{3106766C-2917-4599-8BA7-567C28445B37}"/>
    <dgm:cxn modelId="{058F5831-9AEE-4B1F-93C5-C3788B25659F}" type="presOf" srcId="{AC6BA102-AB4A-4EAC-AEE4-B476AC322B3F}" destId="{5CAC830F-F01D-460B-A34F-CA173F57A1AE}" srcOrd="0" destOrd="0" presId="urn:microsoft.com/office/officeart/2008/layout/VerticalCurvedList"/>
    <dgm:cxn modelId="{CA4B61CC-8EED-4756-9492-9BC07EF6ADC3}" type="presOf" srcId="{0EDFD0C2-B1E8-48F0-95ED-1E8678C189DB}" destId="{AF45F65C-1FA9-4DF1-930B-A29A78E14F99}" srcOrd="0" destOrd="0" presId="urn:microsoft.com/office/officeart/2008/layout/VerticalCurvedList"/>
    <dgm:cxn modelId="{F3EFE2DF-5CF1-4E90-900E-8429FBB5F9DB}" type="presOf" srcId="{515D11C8-A939-4A1C-B3CC-05162359EEE7}" destId="{B20EB520-540E-40D5-9B8B-F5D5AB682F4C}" srcOrd="0" destOrd="0" presId="urn:microsoft.com/office/officeart/2008/layout/VerticalCurvedList"/>
    <dgm:cxn modelId="{FD4E3F9B-8BB5-47CC-8A47-6734B670BA38}" srcId="{88013AB2-5D28-4137-859A-1E807D8E1BBA}" destId="{7C82285D-E716-453D-8243-7CD493D47586}" srcOrd="0" destOrd="0" parTransId="{0594FF2E-228F-40D0-9CFE-E8A052B30736}" sibTransId="{0EDFD0C2-B1E8-48F0-95ED-1E8678C189DB}"/>
    <dgm:cxn modelId="{C3D3B0F7-F2AA-43EF-B1E4-3A8338DC435F}" srcId="{88013AB2-5D28-4137-859A-1E807D8E1BBA}" destId="{AC6BA102-AB4A-4EAC-AEE4-B476AC322B3F}" srcOrd="1" destOrd="0" parTransId="{F92E2150-0E2F-4D81-B6E2-1572489C4CF6}" sibTransId="{E04C9E9B-7093-4C57-AAB8-0D790B1469D8}"/>
    <dgm:cxn modelId="{0946983B-5FBA-4272-BAF3-932B9E50B444}" type="presParOf" srcId="{F6A6ADF8-FDBA-4F3B-9121-062FAC096B38}" destId="{B3E91A72-6B54-4684-80C9-7E1736576189}" srcOrd="0" destOrd="0" presId="urn:microsoft.com/office/officeart/2008/layout/VerticalCurvedList"/>
    <dgm:cxn modelId="{E4B37115-2522-4F22-9DD5-88A71284C18D}" type="presParOf" srcId="{B3E91A72-6B54-4684-80C9-7E1736576189}" destId="{761768AF-8934-4422-BF1C-ABE984A41531}" srcOrd="0" destOrd="0" presId="urn:microsoft.com/office/officeart/2008/layout/VerticalCurvedList"/>
    <dgm:cxn modelId="{699C2465-6BE2-42AC-B791-EBF027C0E5D2}" type="presParOf" srcId="{761768AF-8934-4422-BF1C-ABE984A41531}" destId="{30168A84-EF3E-435F-8AF3-399C25C7E536}" srcOrd="0" destOrd="0" presId="urn:microsoft.com/office/officeart/2008/layout/VerticalCurvedList"/>
    <dgm:cxn modelId="{0919E2A8-A1CE-48EC-B82F-1BD5C5E6B608}" type="presParOf" srcId="{761768AF-8934-4422-BF1C-ABE984A41531}" destId="{AF45F65C-1FA9-4DF1-930B-A29A78E14F99}" srcOrd="1" destOrd="0" presId="urn:microsoft.com/office/officeart/2008/layout/VerticalCurvedList"/>
    <dgm:cxn modelId="{D0E144A6-E3F5-47DA-AC17-36000772E88A}" type="presParOf" srcId="{761768AF-8934-4422-BF1C-ABE984A41531}" destId="{091A61B4-DE4C-40BA-9B22-9C5549A6DB17}" srcOrd="2" destOrd="0" presId="urn:microsoft.com/office/officeart/2008/layout/VerticalCurvedList"/>
    <dgm:cxn modelId="{93A6B066-6251-4AF7-9A23-903DA165F0FF}" type="presParOf" srcId="{761768AF-8934-4422-BF1C-ABE984A41531}" destId="{EC6C8364-8B7B-42EB-8962-5A2B71BBD864}" srcOrd="3" destOrd="0" presId="urn:microsoft.com/office/officeart/2008/layout/VerticalCurvedList"/>
    <dgm:cxn modelId="{94288966-237F-4069-B3BF-F59CDDB9AEAA}" type="presParOf" srcId="{B3E91A72-6B54-4684-80C9-7E1736576189}" destId="{6BCE4F76-A775-4A74-8816-1AD99B28A4ED}" srcOrd="1" destOrd="0" presId="urn:microsoft.com/office/officeart/2008/layout/VerticalCurvedList"/>
    <dgm:cxn modelId="{67A4D219-F2A4-45DC-A0D0-9B9C7E7A715F}" type="presParOf" srcId="{B3E91A72-6B54-4684-80C9-7E1736576189}" destId="{C4D4FF10-30CD-4C5E-9202-8437D0DBBCB7}" srcOrd="2" destOrd="0" presId="urn:microsoft.com/office/officeart/2008/layout/VerticalCurvedList"/>
    <dgm:cxn modelId="{47029014-3F9B-4736-802A-C9C4785DEC7A}" type="presParOf" srcId="{C4D4FF10-30CD-4C5E-9202-8437D0DBBCB7}" destId="{8F8D103D-15DE-4603-AA64-D91879392E67}" srcOrd="0" destOrd="0" presId="urn:microsoft.com/office/officeart/2008/layout/VerticalCurvedList"/>
    <dgm:cxn modelId="{8787107D-6DC7-4B4B-BE35-62273B275907}" type="presParOf" srcId="{B3E91A72-6B54-4684-80C9-7E1736576189}" destId="{5CAC830F-F01D-460B-A34F-CA173F57A1AE}" srcOrd="3" destOrd="0" presId="urn:microsoft.com/office/officeart/2008/layout/VerticalCurvedList"/>
    <dgm:cxn modelId="{E758A6A5-56B9-44D9-8DE8-BE2D4DE580CC}" type="presParOf" srcId="{B3E91A72-6B54-4684-80C9-7E1736576189}" destId="{F06FA17D-1425-45A0-A647-A0454731F68E}" srcOrd="4" destOrd="0" presId="urn:microsoft.com/office/officeart/2008/layout/VerticalCurvedList"/>
    <dgm:cxn modelId="{9345F20E-DC3A-466B-8514-0CCD59334051}" type="presParOf" srcId="{F06FA17D-1425-45A0-A647-A0454731F68E}" destId="{41425A6A-9DA7-4E52-962A-15EFDF9C8CFF}" srcOrd="0" destOrd="0" presId="urn:microsoft.com/office/officeart/2008/layout/VerticalCurvedList"/>
    <dgm:cxn modelId="{8FB3E66A-DDAF-4672-BE71-ECCD406AAE81}" type="presParOf" srcId="{B3E91A72-6B54-4684-80C9-7E1736576189}" destId="{B20EB520-540E-40D5-9B8B-F5D5AB682F4C}" srcOrd="5" destOrd="0" presId="urn:microsoft.com/office/officeart/2008/layout/VerticalCurvedList"/>
    <dgm:cxn modelId="{DDF0914A-F0B2-4641-8813-83CF21FD8783}" type="presParOf" srcId="{B3E91A72-6B54-4684-80C9-7E1736576189}" destId="{7D2E217B-592D-4479-8D01-A1DE616A391D}" srcOrd="6" destOrd="0" presId="urn:microsoft.com/office/officeart/2008/layout/VerticalCurvedList"/>
    <dgm:cxn modelId="{32C5C411-5B35-4DDE-A9E4-33206B4F46A9}" type="presParOf" srcId="{7D2E217B-592D-4479-8D01-A1DE616A391D}" destId="{9B947EDE-6D27-4132-8F6F-11E4E6C7D06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45F65C-1FA9-4DF1-930B-A29A78E14F99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CE4F76-A775-4A74-8816-1AD99B28A4ED}">
      <dsp:nvSpPr>
        <dsp:cNvPr id="0" name=""/>
        <dsp:cNvSpPr/>
      </dsp:nvSpPr>
      <dsp:spPr>
        <a:xfrm>
          <a:off x="604289" y="435133"/>
          <a:ext cx="7930710" cy="8702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116840" rIns="116840" bIns="116840" numCol="1" spcCol="1270" anchor="ctr" anchorCtr="0">
          <a:noAutofit/>
        </a:bodyPr>
        <a:lstStyle/>
        <a:p>
          <a:pPr lvl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600" kern="1200" dirty="0" smtClean="0"/>
            <a:t>PUNEH</a:t>
          </a:r>
          <a:endParaRPr lang="en-US" sz="4600" kern="1200" dirty="0"/>
        </a:p>
      </dsp:txBody>
      <dsp:txXfrm>
        <a:off x="604289" y="435133"/>
        <a:ext cx="7930710" cy="870267"/>
      </dsp:txXfrm>
    </dsp:sp>
    <dsp:sp modelId="{8F8D103D-15DE-4603-AA64-D91879392E67}">
      <dsp:nvSpPr>
        <dsp:cNvPr id="0" name=""/>
        <dsp:cNvSpPr/>
      </dsp:nvSpPr>
      <dsp:spPr>
        <a:xfrm>
          <a:off x="60372" y="326350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AC830F-F01D-460B-A34F-CA173F57A1AE}">
      <dsp:nvSpPr>
        <dsp:cNvPr id="0" name=""/>
        <dsp:cNvSpPr/>
      </dsp:nvSpPr>
      <dsp:spPr>
        <a:xfrm>
          <a:off x="920631" y="1740535"/>
          <a:ext cx="7614368" cy="8702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116840" rIns="116840" bIns="116840" numCol="1" spcCol="1270" anchor="ctr" anchorCtr="0">
          <a:noAutofit/>
        </a:bodyPr>
        <a:lstStyle/>
        <a:p>
          <a:pPr lvl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600" kern="1200" dirty="0"/>
            <a:t>ISS of PUNEH</a:t>
          </a:r>
        </a:p>
      </dsp:txBody>
      <dsp:txXfrm>
        <a:off x="920631" y="1740535"/>
        <a:ext cx="7614368" cy="870267"/>
      </dsp:txXfrm>
    </dsp:sp>
    <dsp:sp modelId="{41425A6A-9DA7-4E52-962A-15EFDF9C8CFF}">
      <dsp:nvSpPr>
        <dsp:cNvPr id="0" name=""/>
        <dsp:cNvSpPr/>
      </dsp:nvSpPr>
      <dsp:spPr>
        <a:xfrm>
          <a:off x="376714" y="1631751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0EB520-540E-40D5-9B8B-F5D5AB682F4C}">
      <dsp:nvSpPr>
        <dsp:cNvPr id="0" name=""/>
        <dsp:cNvSpPr/>
      </dsp:nvSpPr>
      <dsp:spPr>
        <a:xfrm>
          <a:off x="604289" y="3045936"/>
          <a:ext cx="7930710" cy="8702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116840" rIns="116840" bIns="116840" numCol="1" spcCol="1270" anchor="ctr" anchorCtr="0">
          <a:noAutofit/>
        </a:bodyPr>
        <a:lstStyle/>
        <a:p>
          <a:pPr lvl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600" kern="1200" dirty="0"/>
            <a:t>Results</a:t>
          </a:r>
        </a:p>
      </dsp:txBody>
      <dsp:txXfrm>
        <a:off x="604289" y="3045936"/>
        <a:ext cx="7930710" cy="870267"/>
      </dsp:txXfrm>
    </dsp:sp>
    <dsp:sp modelId="{9B947EDE-6D27-4132-8F6F-11E4E6C7D06F}">
      <dsp:nvSpPr>
        <dsp:cNvPr id="0" name=""/>
        <dsp:cNvSpPr/>
      </dsp:nvSpPr>
      <dsp:spPr>
        <a:xfrm>
          <a:off x="60372" y="2937153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45F65C-1FA9-4DF1-930B-A29A78E14F99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CE4F76-A775-4A74-8816-1AD99B28A4ED}">
      <dsp:nvSpPr>
        <dsp:cNvPr id="0" name=""/>
        <dsp:cNvSpPr/>
      </dsp:nvSpPr>
      <dsp:spPr>
        <a:xfrm>
          <a:off x="604289" y="435133"/>
          <a:ext cx="7930710" cy="8702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116840" rIns="116840" bIns="116840" numCol="1" spcCol="1270" anchor="ctr" anchorCtr="0">
          <a:noAutofit/>
        </a:bodyPr>
        <a:lstStyle/>
        <a:p>
          <a:pPr lvl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600" kern="1200" dirty="0" smtClean="0"/>
            <a:t>PUNEH</a:t>
          </a:r>
          <a:endParaRPr lang="en-US" sz="4600" kern="1200" dirty="0"/>
        </a:p>
      </dsp:txBody>
      <dsp:txXfrm>
        <a:off x="604289" y="435133"/>
        <a:ext cx="7930710" cy="870267"/>
      </dsp:txXfrm>
    </dsp:sp>
    <dsp:sp modelId="{8F8D103D-15DE-4603-AA64-D91879392E67}">
      <dsp:nvSpPr>
        <dsp:cNvPr id="0" name=""/>
        <dsp:cNvSpPr/>
      </dsp:nvSpPr>
      <dsp:spPr>
        <a:xfrm>
          <a:off x="60372" y="326350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AC830F-F01D-460B-A34F-CA173F57A1AE}">
      <dsp:nvSpPr>
        <dsp:cNvPr id="0" name=""/>
        <dsp:cNvSpPr/>
      </dsp:nvSpPr>
      <dsp:spPr>
        <a:xfrm>
          <a:off x="920631" y="1740535"/>
          <a:ext cx="7614368" cy="8702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116840" rIns="116840" bIns="116840" numCol="1" spcCol="1270" anchor="ctr" anchorCtr="0">
          <a:noAutofit/>
        </a:bodyPr>
        <a:lstStyle/>
        <a:p>
          <a:pPr lvl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600" kern="1200" dirty="0"/>
            <a:t>ISS of PUNEH</a:t>
          </a:r>
        </a:p>
      </dsp:txBody>
      <dsp:txXfrm>
        <a:off x="920631" y="1740535"/>
        <a:ext cx="7614368" cy="870267"/>
      </dsp:txXfrm>
    </dsp:sp>
    <dsp:sp modelId="{41425A6A-9DA7-4E52-962A-15EFDF9C8CFF}">
      <dsp:nvSpPr>
        <dsp:cNvPr id="0" name=""/>
        <dsp:cNvSpPr/>
      </dsp:nvSpPr>
      <dsp:spPr>
        <a:xfrm>
          <a:off x="376714" y="1631751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0EB520-540E-40D5-9B8B-F5D5AB682F4C}">
      <dsp:nvSpPr>
        <dsp:cNvPr id="0" name=""/>
        <dsp:cNvSpPr/>
      </dsp:nvSpPr>
      <dsp:spPr>
        <a:xfrm>
          <a:off x="604289" y="3045936"/>
          <a:ext cx="7930710" cy="8702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116840" rIns="116840" bIns="116840" numCol="1" spcCol="1270" anchor="ctr" anchorCtr="0">
          <a:noAutofit/>
        </a:bodyPr>
        <a:lstStyle/>
        <a:p>
          <a:pPr lvl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600" kern="1200" dirty="0"/>
            <a:t>Results</a:t>
          </a:r>
        </a:p>
      </dsp:txBody>
      <dsp:txXfrm>
        <a:off x="604289" y="3045936"/>
        <a:ext cx="7930710" cy="870267"/>
      </dsp:txXfrm>
    </dsp:sp>
    <dsp:sp modelId="{9B947EDE-6D27-4132-8F6F-11E4E6C7D06F}">
      <dsp:nvSpPr>
        <dsp:cNvPr id="0" name=""/>
        <dsp:cNvSpPr/>
      </dsp:nvSpPr>
      <dsp:spPr>
        <a:xfrm>
          <a:off x="60372" y="2937153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45F65C-1FA9-4DF1-930B-A29A78E14F99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397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CE4F76-A775-4A74-8816-1AD99B28A4ED}">
      <dsp:nvSpPr>
        <dsp:cNvPr id="0" name=""/>
        <dsp:cNvSpPr/>
      </dsp:nvSpPr>
      <dsp:spPr>
        <a:xfrm>
          <a:off x="604289" y="435133"/>
          <a:ext cx="7930710" cy="8702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116840" rIns="116840" bIns="116840" numCol="1" spcCol="1270" anchor="ctr" anchorCtr="0">
          <a:noAutofit/>
        </a:bodyPr>
        <a:lstStyle/>
        <a:p>
          <a:pPr lvl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600" kern="1200" dirty="0" smtClean="0"/>
            <a:t>PUNEH</a:t>
          </a:r>
          <a:endParaRPr lang="en-US" sz="4600" kern="1200" dirty="0"/>
        </a:p>
      </dsp:txBody>
      <dsp:txXfrm>
        <a:off x="604289" y="435133"/>
        <a:ext cx="7930710" cy="870267"/>
      </dsp:txXfrm>
    </dsp:sp>
    <dsp:sp modelId="{8F8D103D-15DE-4603-AA64-D91879392E67}">
      <dsp:nvSpPr>
        <dsp:cNvPr id="0" name=""/>
        <dsp:cNvSpPr/>
      </dsp:nvSpPr>
      <dsp:spPr>
        <a:xfrm>
          <a:off x="60372" y="326350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AC830F-F01D-460B-A34F-CA173F57A1AE}">
      <dsp:nvSpPr>
        <dsp:cNvPr id="0" name=""/>
        <dsp:cNvSpPr/>
      </dsp:nvSpPr>
      <dsp:spPr>
        <a:xfrm>
          <a:off x="920631" y="1740535"/>
          <a:ext cx="7614368" cy="8702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116840" rIns="116840" bIns="116840" numCol="1" spcCol="1270" anchor="ctr" anchorCtr="0">
          <a:noAutofit/>
        </a:bodyPr>
        <a:lstStyle/>
        <a:p>
          <a:pPr lvl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600" kern="1200" dirty="0"/>
            <a:t>ISS of PUNEH</a:t>
          </a:r>
        </a:p>
      </dsp:txBody>
      <dsp:txXfrm>
        <a:off x="920631" y="1740535"/>
        <a:ext cx="7614368" cy="870267"/>
      </dsp:txXfrm>
    </dsp:sp>
    <dsp:sp modelId="{41425A6A-9DA7-4E52-962A-15EFDF9C8CFF}">
      <dsp:nvSpPr>
        <dsp:cNvPr id="0" name=""/>
        <dsp:cNvSpPr/>
      </dsp:nvSpPr>
      <dsp:spPr>
        <a:xfrm>
          <a:off x="376714" y="1631751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0EB520-540E-40D5-9B8B-F5D5AB682F4C}">
      <dsp:nvSpPr>
        <dsp:cNvPr id="0" name=""/>
        <dsp:cNvSpPr/>
      </dsp:nvSpPr>
      <dsp:spPr>
        <a:xfrm>
          <a:off x="604289" y="3045936"/>
          <a:ext cx="7930710" cy="8702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0775" tIns="116840" rIns="116840" bIns="116840" numCol="1" spcCol="1270" anchor="ctr" anchorCtr="0">
          <a:noAutofit/>
        </a:bodyPr>
        <a:lstStyle/>
        <a:p>
          <a:pPr lvl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600" kern="1200" dirty="0"/>
            <a:t>Results</a:t>
          </a:r>
        </a:p>
      </dsp:txBody>
      <dsp:txXfrm>
        <a:off x="604289" y="3045936"/>
        <a:ext cx="7930710" cy="870267"/>
      </dsp:txXfrm>
    </dsp:sp>
    <dsp:sp modelId="{9B947EDE-6D27-4132-8F6F-11E4E6C7D06F}">
      <dsp:nvSpPr>
        <dsp:cNvPr id="0" name=""/>
        <dsp:cNvSpPr/>
      </dsp:nvSpPr>
      <dsp:spPr>
        <a:xfrm>
          <a:off x="60372" y="2937153"/>
          <a:ext cx="1087834" cy="10878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8C358-31D6-4008-9477-86547E7E65AB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01BB5-FAAB-43A6-AAAC-60F45CD0B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14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689975C5-EB2E-404A-8864-88B238390749}" type="datetime1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52B5397E-818D-4F1F-BB87-170C10BB2430}" type="slidenum">
              <a:rPr lang="en-US" smtClean="0"/>
              <a:pPr/>
              <a:t>‹#›</a:t>
            </a:fld>
            <a:r>
              <a:rPr lang="en-US" dirty="0" smtClean="0"/>
              <a:t>/</a:t>
            </a:r>
            <a:r>
              <a:rPr lang="en-US" sz="1200" dirty="0" smtClean="0"/>
              <a:t>24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13994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37DA2-3E58-46EC-A862-31590C71D247}" type="datetime1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5397E-818D-4F1F-BB87-170C10BB2430}" type="slidenum">
              <a:rPr lang="en-US" smtClean="0"/>
              <a:pPr/>
              <a:t>‹#›</a:t>
            </a:fld>
            <a:r>
              <a:rPr lang="en-US" dirty="0" smtClean="0"/>
              <a:t>/</a:t>
            </a:r>
            <a:r>
              <a:rPr lang="en-US" sz="1200" dirty="0" smtClean="0"/>
              <a:t>24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98445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1E85-A2DB-442D-B05A-DCD4DF9D66EF}" type="datetime1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5397E-818D-4F1F-BB87-170C10BB2430}" type="slidenum">
              <a:rPr lang="en-US" smtClean="0"/>
              <a:pPr/>
              <a:t>‹#›</a:t>
            </a:fld>
            <a:r>
              <a:rPr lang="en-US" dirty="0" smtClean="0"/>
              <a:t>/</a:t>
            </a:r>
            <a:r>
              <a:rPr lang="en-US" sz="1200" dirty="0" smtClean="0"/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158181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6947C-7685-46E8-A6C0-86B7B212DE08}" type="datetime1">
              <a:rPr lang="en-US" smtClean="0"/>
              <a:t>8/22/2021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5397E-818D-4F1F-BB87-170C10BB2430}" type="slidenum">
              <a:rPr lang="en-US" smtClean="0"/>
              <a:pPr/>
              <a:t>‹#›</a:t>
            </a:fld>
            <a:r>
              <a:rPr lang="en-US" dirty="0" smtClean="0"/>
              <a:t>/</a:t>
            </a:r>
            <a:r>
              <a:rPr lang="en-US" sz="1200" dirty="0" smtClean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221563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52588-F03C-41F3-B49E-FBEACD2A1276}" type="datetime1">
              <a:rPr lang="en-US" smtClean="0"/>
              <a:t>8/22/2021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5397E-818D-4F1F-BB87-170C10BB2430}" type="slidenum">
              <a:rPr lang="en-US" smtClean="0"/>
              <a:pPr/>
              <a:t>‹#›</a:t>
            </a:fld>
            <a:r>
              <a:rPr lang="en-US" dirty="0" smtClean="0"/>
              <a:t>/</a:t>
            </a:r>
            <a:r>
              <a:rPr lang="en-US" sz="1200" dirty="0" smtClean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41129776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42C6F-040C-4C84-A96F-19AB2C313A80}" type="datetime1">
              <a:rPr lang="en-US" smtClean="0"/>
              <a:t>8/22/2021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5397E-818D-4F1F-BB87-170C10BB2430}" type="slidenum">
              <a:rPr lang="en-US" smtClean="0"/>
              <a:pPr/>
              <a:t>‹#›</a:t>
            </a:fld>
            <a:r>
              <a:rPr lang="en-US" dirty="0" smtClean="0"/>
              <a:t>/</a:t>
            </a:r>
            <a:r>
              <a:rPr lang="en-US" sz="1200" dirty="0" smtClean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409029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747AD-E2F5-4816-823E-2BFD273E807E}" type="datetime1">
              <a:rPr lang="en-US" smtClean="0"/>
              <a:t>8/22/2021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5397E-818D-4F1F-BB87-170C10BB2430}" type="slidenum">
              <a:rPr lang="en-US" smtClean="0"/>
              <a:pPr/>
              <a:t>‹#›</a:t>
            </a:fld>
            <a:r>
              <a:rPr lang="en-US" dirty="0" smtClean="0"/>
              <a:t>/</a:t>
            </a:r>
            <a:r>
              <a:rPr lang="en-US" sz="1200" dirty="0" smtClean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849321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7D63-FDCB-4082-83A1-D5C85EBAB70B}" type="datetime1">
              <a:rPr lang="en-US" smtClean="0"/>
              <a:t>8/22/2021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5397E-818D-4F1F-BB87-170C10BB2430}" type="slidenum">
              <a:rPr lang="en-US" smtClean="0"/>
              <a:pPr/>
              <a:t>‹#›</a:t>
            </a:fld>
            <a:r>
              <a:rPr lang="en-US" dirty="0" smtClean="0"/>
              <a:t>/</a:t>
            </a:r>
            <a:r>
              <a:rPr lang="en-US" sz="1200" dirty="0" smtClean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582409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1679-D87C-48D7-822E-9920A743A800}" type="datetime1">
              <a:rPr lang="en-US" smtClean="0"/>
              <a:t>8/22/2021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5397E-818D-4F1F-BB87-170C10BB2430}" type="slidenum">
              <a:rPr lang="en-US" smtClean="0"/>
              <a:pPr/>
              <a:t>‹#›</a:t>
            </a:fld>
            <a:r>
              <a:rPr lang="en-US" dirty="0" smtClean="0"/>
              <a:t>/</a:t>
            </a:r>
            <a:r>
              <a:rPr lang="en-US" sz="1200" dirty="0" smtClean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676659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3AC36-F95C-4A34-864C-B2FD5F7BF879}" type="datetime1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5397E-818D-4F1F-BB87-170C10BB2430}" type="slidenum">
              <a:rPr lang="en-US" smtClean="0"/>
              <a:pPr/>
              <a:t>‹#›</a:t>
            </a:fld>
            <a:r>
              <a:rPr lang="en-US" dirty="0" smtClean="0"/>
              <a:t>/</a:t>
            </a:r>
            <a:r>
              <a:rPr lang="en-US" sz="1200" dirty="0" smtClean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912250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7FA6-FC93-480E-82BE-0A228EBC23C7}" type="datetime1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5397E-818D-4F1F-BB87-170C10BB2430}" type="slidenum">
              <a:rPr lang="en-US" smtClean="0"/>
              <a:pPr/>
              <a:t>‹#›</a:t>
            </a:fld>
            <a:r>
              <a:rPr lang="en-US" dirty="0" smtClean="0"/>
              <a:t>/</a:t>
            </a:r>
            <a:r>
              <a:rPr lang="en-US" sz="1200" dirty="0" smtClean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6621966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D02BDA3-8967-4BFA-AEF5-E9AA8AA00A0E}" type="datetime1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52B5397E-818D-4F1F-BB87-170C10BB2430}" type="slidenum">
              <a:rPr lang="en-US" smtClean="0"/>
              <a:pPr/>
              <a:t>‹#›</a:t>
            </a:fld>
            <a:r>
              <a:rPr lang="en-US" dirty="0" smtClean="0"/>
              <a:t>/</a:t>
            </a:r>
            <a:r>
              <a:rPr lang="en-US" sz="1200" dirty="0" smtClean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056253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59DBB-0AC7-4A7D-A471-203396E80A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ISS of PUNEH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F6138A-5E93-4ABD-90FE-27918C5A5E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M. Ali Saber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849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57DD5-15C4-4AA7-81E3-3FB81005E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4B6F65B-BA5B-4A66-BDF2-796DA6D737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424903"/>
              </p:ext>
            </p:extLst>
          </p:nvPr>
        </p:nvGraphicFramePr>
        <p:xfrm>
          <a:off x="1262063" y="1828800"/>
          <a:ext cx="85947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209D5D4C-9095-420D-816F-E57059660A30}"/>
              </a:ext>
            </a:extLst>
          </p:cNvPr>
          <p:cNvSpPr/>
          <p:nvPr/>
        </p:nvSpPr>
        <p:spPr>
          <a:xfrm>
            <a:off x="1511794" y="2372774"/>
            <a:ext cx="741079" cy="6824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50F158-8C94-4E31-9482-1AAC7E58F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52B5397E-818D-4F1F-BB87-170C10BB2430}" type="slidenum">
              <a:rPr lang="en-US" smtClean="0"/>
              <a:t>2</a:t>
            </a:fld>
            <a:r>
              <a:rPr lang="en-US" sz="1300" dirty="0" smtClean="0"/>
              <a:t>/24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34873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15BD0-B643-4036-81F8-7905906D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Hierarchy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E28F1D1-6037-4CB1-9AD3-540DEDBF61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84960" y="1764127"/>
            <a:ext cx="3515746" cy="4820994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74756A-FA6C-498F-8157-54832CC570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System</a:t>
            </a:r>
          </a:p>
          <a:p>
            <a:pPr lvl="1"/>
            <a:r>
              <a:rPr lang="en-US" dirty="0"/>
              <a:t>PUNEH (16-bit Processor)</a:t>
            </a:r>
          </a:p>
          <a:p>
            <a:pPr lvl="2"/>
            <a:r>
              <a:rPr lang="en-US" dirty="0"/>
              <a:t>Register</a:t>
            </a:r>
          </a:p>
          <a:p>
            <a:pPr lvl="2"/>
            <a:r>
              <a:rPr lang="en-US" dirty="0"/>
              <a:t>Flag</a:t>
            </a:r>
          </a:p>
          <a:p>
            <a:pPr lvl="1"/>
            <a:r>
              <a:rPr lang="en-US" dirty="0"/>
              <a:t>Channel</a:t>
            </a:r>
          </a:p>
          <a:p>
            <a:pPr lvl="1"/>
            <a:r>
              <a:rPr lang="en-US" dirty="0" smtClean="0"/>
              <a:t>Peripheral</a:t>
            </a:r>
          </a:p>
          <a:p>
            <a:pPr lvl="2"/>
            <a:r>
              <a:rPr lang="en-US" dirty="0" smtClean="0"/>
              <a:t>USART</a:t>
            </a:r>
            <a:endParaRPr lang="en-US" dirty="0"/>
          </a:p>
          <a:p>
            <a:pPr lvl="1"/>
            <a:r>
              <a:rPr lang="en-US" dirty="0"/>
              <a:t>Mem. </a:t>
            </a:r>
            <a:r>
              <a:rPr lang="en-US" dirty="0" smtClean="0"/>
              <a:t>Controller</a:t>
            </a:r>
          </a:p>
          <a:p>
            <a:pPr lvl="1"/>
            <a:r>
              <a:rPr lang="en-US" dirty="0" smtClean="0"/>
              <a:t>Memory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F8C399-429F-4724-B0D4-8215E1BE5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52B5397E-818D-4F1F-BB87-170C10BB2430}" type="slidenum">
              <a:rPr lang="en-US" smtClean="0"/>
              <a:pPr/>
              <a:t>3</a:t>
            </a:fld>
            <a:r>
              <a:rPr lang="en-US" sz="1300" dirty="0"/>
              <a:t>/24</a:t>
            </a:r>
            <a:endParaRPr lang="en-US" sz="1300" dirty="0" smtClean="0"/>
          </a:p>
        </p:txBody>
      </p:sp>
    </p:spTree>
    <p:extLst>
      <p:ext uri="{BB962C8B-B14F-4D97-AF65-F5344CB8AC3E}">
        <p14:creationId xmlns:p14="http://schemas.microsoft.com/office/powerpoint/2010/main" val="417959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Path of PUNEH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93763" y="1875367"/>
            <a:ext cx="6394340" cy="4343400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7603067" y="1828800"/>
            <a:ext cx="3003972" cy="4351337"/>
          </a:xfrm>
        </p:spPr>
        <p:txBody>
          <a:bodyPr/>
          <a:lstStyle/>
          <a:p>
            <a:r>
              <a:rPr lang="en-US" dirty="0" smtClean="0"/>
              <a:t>16-bit Address Bus</a:t>
            </a:r>
          </a:p>
          <a:p>
            <a:r>
              <a:rPr lang="en-US" dirty="0" smtClean="0"/>
              <a:t>16-bit Data Bus</a:t>
            </a:r>
          </a:p>
          <a:p>
            <a:r>
              <a:rPr lang="en-US" dirty="0" smtClean="0"/>
              <a:t>16-bit Registers </a:t>
            </a:r>
          </a:p>
          <a:p>
            <a:pPr lvl="1"/>
            <a:r>
              <a:rPr lang="en-US" dirty="0" smtClean="0"/>
              <a:t>PC</a:t>
            </a:r>
          </a:p>
          <a:p>
            <a:pPr lvl="1"/>
            <a:r>
              <a:rPr lang="en-US" dirty="0" smtClean="0"/>
              <a:t>AC</a:t>
            </a:r>
          </a:p>
          <a:p>
            <a:pPr lvl="1"/>
            <a:r>
              <a:rPr lang="en-US" dirty="0" smtClean="0"/>
              <a:t>IN</a:t>
            </a:r>
          </a:p>
          <a:p>
            <a:pPr lvl="1"/>
            <a:r>
              <a:rPr lang="en-US" dirty="0" smtClean="0"/>
              <a:t>IR</a:t>
            </a:r>
          </a:p>
          <a:p>
            <a:pPr lvl="1"/>
            <a:r>
              <a:rPr lang="en-US" dirty="0" smtClean="0"/>
              <a:t>OF</a:t>
            </a:r>
          </a:p>
          <a:p>
            <a:r>
              <a:rPr lang="en-US" dirty="0" smtClean="0"/>
              <a:t>4-bit Registers </a:t>
            </a:r>
          </a:p>
          <a:p>
            <a:pPr lvl="1"/>
            <a:r>
              <a:rPr lang="en-US" dirty="0" smtClean="0"/>
              <a:t>Status Register</a:t>
            </a:r>
          </a:p>
          <a:p>
            <a:r>
              <a:rPr lang="en-US" dirty="0" smtClean="0"/>
              <a:t>Simple ALU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52B5397E-818D-4F1F-BB87-170C10BB2430}" type="slidenum">
              <a:rPr lang="en-US" smtClean="0"/>
              <a:t>4</a:t>
            </a:fld>
            <a:r>
              <a:rPr lang="en-US" sz="1300" dirty="0" smtClean="0"/>
              <a:t>/24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088127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Instructions of PUNEH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8948" y="1666168"/>
            <a:ext cx="6545252" cy="4196721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52B5397E-818D-4F1F-BB87-170C10BB2430}" type="slidenum">
              <a:rPr lang="en-US" smtClean="0"/>
              <a:t>5</a:t>
            </a:fld>
            <a:r>
              <a:rPr lang="en-US" sz="1300" dirty="0" smtClean="0"/>
              <a:t>/24</a:t>
            </a:r>
            <a:endParaRPr lang="en-US" sz="13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4498" y="1666168"/>
            <a:ext cx="6545252" cy="42218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3596" y="5938505"/>
            <a:ext cx="5800916" cy="7893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393" y="5119981"/>
            <a:ext cx="5872857" cy="158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4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57DD5-15C4-4AA7-81E3-3FB81005E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4B6F65B-BA5B-4A66-BDF2-796DA6D737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2047922"/>
              </p:ext>
            </p:extLst>
          </p:nvPr>
        </p:nvGraphicFramePr>
        <p:xfrm>
          <a:off x="1262063" y="1828800"/>
          <a:ext cx="85947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EEE8BD99-CCDD-4F21-A0FC-94BCF4029AC2}"/>
              </a:ext>
            </a:extLst>
          </p:cNvPr>
          <p:cNvSpPr/>
          <p:nvPr/>
        </p:nvSpPr>
        <p:spPr>
          <a:xfrm>
            <a:off x="1845485" y="3663244"/>
            <a:ext cx="741079" cy="6824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01DE5B-7B48-47C0-BC5D-46BC68C4B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52B5397E-818D-4F1F-BB87-170C10BB2430}" type="slidenum">
              <a:rPr lang="en-US" smtClean="0"/>
              <a:t>6</a:t>
            </a:fld>
            <a:r>
              <a:rPr lang="en-US" sz="1300" dirty="0" smtClean="0"/>
              <a:t>/24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223382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15BD0-B643-4036-81F8-7905906D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E28F1D1-6037-4CB1-9AD3-540DEDBF61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732847" y="1806989"/>
            <a:ext cx="3515746" cy="482099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F8C399-429F-4724-B0D4-8215E1BE5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52B5397E-818D-4F1F-BB87-170C10BB2430}" type="slidenum">
              <a:rPr lang="en-US" smtClean="0"/>
              <a:t>7</a:t>
            </a:fld>
            <a:r>
              <a:rPr lang="en-US" sz="1300" dirty="0" smtClean="0"/>
              <a:t>/24</a:t>
            </a:r>
            <a:endParaRPr lang="en-US" sz="1300" dirty="0"/>
          </a:p>
        </p:txBody>
      </p:sp>
      <p:sp>
        <p:nvSpPr>
          <p:cNvPr id="4" name="Right Arrow 3"/>
          <p:cNvSpPr/>
          <p:nvPr/>
        </p:nvSpPr>
        <p:spPr>
          <a:xfrm>
            <a:off x="2243137" y="2014538"/>
            <a:ext cx="1814513" cy="5000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2243136" y="2014537"/>
            <a:ext cx="1814513" cy="5000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2243135" y="2014537"/>
            <a:ext cx="1814513" cy="5000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2243134" y="2014536"/>
            <a:ext cx="1814513" cy="5000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2243131" y="2014536"/>
            <a:ext cx="1814513" cy="5000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755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59259E-6 L 0.06589 0.0004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589 0.00047 L -3.125E-6 -1.11111E-6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07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500"/>
                            </p:stCondLst>
                            <p:childTnLst>
                              <p:par>
                                <p:cTn id="15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59259E-6 L 0.06589 0.00047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500"/>
                            </p:stCondLst>
                            <p:childTnLst>
                              <p:par>
                                <p:cTn id="23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589 0.00047 L -3.33333E-6 -2.59259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9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500"/>
                            </p:stCondLst>
                            <p:childTnLst>
                              <p:par>
                                <p:cTn id="26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500"/>
                            </p:stCondLst>
                            <p:childTnLst>
                              <p:par>
                                <p:cTn id="3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59259E-6 L 0.06589 0.00047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500"/>
                            </p:stCondLst>
                            <p:childTnLst>
                              <p:par>
                                <p:cTn id="34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589 0.00047 L -3.33333E-6 -2.59259E-6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9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2500"/>
                            </p:stCondLst>
                            <p:childTnLst>
                              <p:par>
                                <p:cTn id="37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500"/>
                            </p:stCondLst>
                            <p:childTnLst>
                              <p:par>
                                <p:cTn id="4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59259E-6 L 0.06589 0.00047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500"/>
                            </p:stCondLst>
                            <p:childTnLst>
                              <p:par>
                                <p:cTn id="45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589 0.00047 L -3.33333E-6 -2.59259E-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9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6500"/>
                            </p:stCondLst>
                            <p:childTnLst>
                              <p:par>
                                <p:cTn id="48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500"/>
                            </p:stCondLst>
                            <p:childTnLst>
                              <p:par>
                                <p:cTn id="5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59259E-6 L 0.06589 0.00047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8500"/>
                            </p:stCondLst>
                            <p:childTnLst>
                              <p:par>
                                <p:cTn id="56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589 0.00047 L -3.33333E-6 -2.59259E-6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9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4" grpId="3" animBg="1"/>
      <p:bldP spid="10" grpId="0" animBg="1"/>
      <p:bldP spid="10" grpId="1" animBg="1"/>
      <p:bldP spid="10" grpId="2" animBg="1"/>
      <p:bldP spid="10" grpId="3" animBg="1"/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13" grpId="0" animBg="1"/>
      <p:bldP spid="13" grpId="1" animBg="1"/>
      <p:bldP spid="13" grpId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Register and Flag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61872" y="2026515"/>
            <a:ext cx="4479925" cy="225832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52B5397E-818D-4F1F-BB87-170C10BB2430}" type="slidenum">
              <a:rPr lang="en-US" smtClean="0"/>
              <a:t>8</a:t>
            </a:fld>
            <a:r>
              <a:rPr lang="en-US" sz="1200" dirty="0" smtClean="0"/>
              <a:t>/24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011F37-0AAD-4743-858D-92B2113753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9222"/>
          <a:stretch/>
        </p:blipFill>
        <p:spPr>
          <a:xfrm>
            <a:off x="1263041" y="4572720"/>
            <a:ext cx="4478756" cy="1775510"/>
          </a:xfrm>
          <a:prstGeom prst="rect">
            <a:avLst/>
          </a:prstGeom>
          <a:solidFill>
            <a:srgbClr val="1E1E1E"/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8E45CA-64A7-45C1-BEDB-1DC74070D73E}"/>
              </a:ext>
            </a:extLst>
          </p:cNvPr>
          <p:cNvSpPr txBox="1"/>
          <p:nvPr/>
        </p:nvSpPr>
        <p:spPr>
          <a:xfrm>
            <a:off x="3048825" y="4221065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Utilities.h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8E45CA-64A7-45C1-BEDB-1DC74070D73E}"/>
              </a:ext>
            </a:extLst>
          </p:cNvPr>
          <p:cNvSpPr txBox="1"/>
          <p:nvPr/>
        </p:nvSpPr>
        <p:spPr>
          <a:xfrm>
            <a:off x="3048824" y="6283476"/>
            <a:ext cx="1098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Utilities.Cpp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8E45CA-64A7-45C1-BEDB-1DC74070D73E}"/>
              </a:ext>
            </a:extLst>
          </p:cNvPr>
          <p:cNvSpPr txBox="1"/>
          <p:nvPr/>
        </p:nvSpPr>
        <p:spPr>
          <a:xfrm>
            <a:off x="8100527" y="3497341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Utilities.h</a:t>
            </a:r>
            <a:endParaRPr lang="en-US" sz="12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t="1771" r="-42653" b="4612"/>
          <a:stretch/>
        </p:blipFill>
        <p:spPr>
          <a:xfrm>
            <a:off x="6318792" y="3879760"/>
            <a:ext cx="4457186" cy="2468470"/>
          </a:xfrm>
          <a:prstGeom prst="rect">
            <a:avLst/>
          </a:prstGeom>
          <a:solidFill>
            <a:srgbClr val="1E1E1E"/>
          </a:solidFill>
        </p:spPr>
      </p:pic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 rotWithShape="1">
          <a:blip r:embed="rId5"/>
          <a:srcRect l="1290" r="-33532"/>
          <a:stretch/>
        </p:blipFill>
        <p:spPr>
          <a:xfrm>
            <a:off x="6318792" y="2026515"/>
            <a:ext cx="4469488" cy="1524132"/>
          </a:xfrm>
          <a:prstGeom prst="rect">
            <a:avLst/>
          </a:prstGeom>
          <a:solidFill>
            <a:srgbClr val="1E1E1E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F8E45CA-64A7-45C1-BEDB-1DC74070D73E}"/>
              </a:ext>
            </a:extLst>
          </p:cNvPr>
          <p:cNvSpPr txBox="1"/>
          <p:nvPr/>
        </p:nvSpPr>
        <p:spPr>
          <a:xfrm>
            <a:off x="7998196" y="6283476"/>
            <a:ext cx="1098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Utilities.Cpp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736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8B45-7F66-4B89-8044-FEE811B8F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 of PUNEH</a:t>
            </a:r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62063" y="2034993"/>
            <a:ext cx="4479925" cy="393895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490C3E-E2A5-440F-8898-C3B330FB0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52B5397E-818D-4F1F-BB87-170C10BB2430}" type="slidenum">
              <a:rPr lang="en-US" smtClean="0"/>
              <a:t>9</a:t>
            </a:fld>
            <a:r>
              <a:rPr lang="en-US" sz="1200" dirty="0" smtClean="0"/>
              <a:t>/24</a:t>
            </a:r>
            <a:endParaRPr lang="en-US" dirty="0"/>
          </a:p>
        </p:txBody>
      </p:sp>
      <p:pic>
        <p:nvPicPr>
          <p:cNvPr id="16" name="Content Placeholder 9"/>
          <p:cNvPicPr>
            <a:picLocks noChangeAspect="1"/>
          </p:cNvPicPr>
          <p:nvPr/>
        </p:nvPicPr>
        <p:blipFill rotWithShape="1">
          <a:blip r:embed="rId3"/>
          <a:srcRect l="-1667" r="-23355"/>
          <a:stretch/>
        </p:blipFill>
        <p:spPr>
          <a:xfrm>
            <a:off x="6228581" y="2034993"/>
            <a:ext cx="4535095" cy="2331922"/>
          </a:xfrm>
          <a:prstGeom prst="rect">
            <a:avLst/>
          </a:prstGeom>
          <a:solidFill>
            <a:srgbClr val="1E1E1E"/>
          </a:solidFill>
        </p:spPr>
      </p:pic>
      <p:sp>
        <p:nvSpPr>
          <p:cNvPr id="17" name="Rectangle 16"/>
          <p:cNvSpPr/>
          <p:nvPr/>
        </p:nvSpPr>
        <p:spPr>
          <a:xfrm>
            <a:off x="1820597" y="3899527"/>
            <a:ext cx="1443360" cy="15171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Content Placeholder 12"/>
          <p:cNvPicPr>
            <a:picLocks noChangeAspect="1"/>
          </p:cNvPicPr>
          <p:nvPr/>
        </p:nvPicPr>
        <p:blipFill rotWithShape="1">
          <a:blip r:embed="rId4"/>
          <a:srcRect l="-1696" r="-42309"/>
          <a:stretch/>
        </p:blipFill>
        <p:spPr>
          <a:xfrm>
            <a:off x="6236782" y="2034993"/>
            <a:ext cx="4536307" cy="857324"/>
          </a:xfrm>
          <a:prstGeom prst="rect">
            <a:avLst/>
          </a:prstGeom>
          <a:solidFill>
            <a:srgbClr val="1E1E1E"/>
          </a:solidFill>
        </p:spPr>
      </p:pic>
      <p:sp>
        <p:nvSpPr>
          <p:cNvPr id="19" name="Rectangle 18"/>
          <p:cNvSpPr/>
          <p:nvPr/>
        </p:nvSpPr>
        <p:spPr>
          <a:xfrm>
            <a:off x="1820597" y="4051243"/>
            <a:ext cx="1291643" cy="151717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684749" y="3140944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FFC000"/>
                </a:solidFill>
              </a:rPr>
              <a:t>IR(15:12)</a:t>
            </a:r>
            <a:endParaRPr lang="en-US" sz="1200" dirty="0">
              <a:solidFill>
                <a:srgbClr val="FFC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84752" y="3299345"/>
            <a:ext cx="7500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FFC000"/>
                </a:solidFill>
              </a:rPr>
              <a:t>IR(11:8)</a:t>
            </a:r>
            <a:endParaRPr lang="en-US" sz="1200" dirty="0">
              <a:solidFill>
                <a:srgbClr val="FFC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84752" y="3458500"/>
            <a:ext cx="6735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FFC000"/>
                </a:solidFill>
              </a:rPr>
              <a:t>IR(7:0)</a:t>
            </a:r>
            <a:endParaRPr lang="en-US" sz="1200" dirty="0">
              <a:solidFill>
                <a:srgbClr val="FFC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5498" y="3621439"/>
            <a:ext cx="7500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FFC000"/>
                </a:solidFill>
              </a:rPr>
              <a:t>IR(11:0)</a:t>
            </a:r>
            <a:endParaRPr lang="en-US" sz="1200" dirty="0">
              <a:solidFill>
                <a:srgbClr val="FFC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89600" y="3775732"/>
            <a:ext cx="6735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FFC000"/>
                </a:solidFill>
              </a:rPr>
              <a:t>IR(7:4)</a:t>
            </a:r>
            <a:endParaRPr lang="en-US" sz="1200" dirty="0">
              <a:solidFill>
                <a:srgbClr val="FFC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84752" y="3932823"/>
            <a:ext cx="6735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FFC000"/>
                </a:solidFill>
              </a:rPr>
              <a:t>IR(3:0)</a:t>
            </a:r>
            <a:endParaRPr lang="en-US" sz="1200" dirty="0">
              <a:solidFill>
                <a:srgbClr val="FFC000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5"/>
          <a:srcRect l="539" r="-81535"/>
          <a:stretch/>
        </p:blipFill>
        <p:spPr>
          <a:xfrm>
            <a:off x="6227634" y="2052850"/>
            <a:ext cx="4530995" cy="2160457"/>
          </a:xfrm>
          <a:prstGeom prst="rect">
            <a:avLst/>
          </a:prstGeom>
          <a:solidFill>
            <a:srgbClr val="1E1E1E"/>
          </a:solidFill>
        </p:spPr>
      </p:pic>
      <p:sp>
        <p:nvSpPr>
          <p:cNvPr id="27" name="Rectangle 26"/>
          <p:cNvSpPr/>
          <p:nvPr/>
        </p:nvSpPr>
        <p:spPr>
          <a:xfrm>
            <a:off x="1820597" y="4194494"/>
            <a:ext cx="1291643" cy="16395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6"/>
          <a:srcRect r="-25884"/>
          <a:stretch/>
        </p:blipFill>
        <p:spPr>
          <a:xfrm>
            <a:off x="6227634" y="2054176"/>
            <a:ext cx="4532818" cy="1855631"/>
          </a:xfrm>
          <a:prstGeom prst="rect">
            <a:avLst/>
          </a:prstGeom>
          <a:solidFill>
            <a:srgbClr val="1E1E1E"/>
          </a:solidFill>
        </p:spPr>
      </p:pic>
      <p:sp>
        <p:nvSpPr>
          <p:cNvPr id="29" name="TextBox 28"/>
          <p:cNvSpPr txBox="1"/>
          <p:nvPr/>
        </p:nvSpPr>
        <p:spPr>
          <a:xfrm>
            <a:off x="3045008" y="5973945"/>
            <a:ext cx="9140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PUNEH.h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8040122" y="5970920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Utilities.h</a:t>
            </a:r>
            <a:endParaRPr lang="en-US" sz="1200" dirty="0"/>
          </a:p>
        </p:txBody>
      </p:sp>
      <p:sp>
        <p:nvSpPr>
          <p:cNvPr id="32" name="TextBox 31"/>
          <p:cNvSpPr txBox="1"/>
          <p:nvPr/>
        </p:nvSpPr>
        <p:spPr>
          <a:xfrm>
            <a:off x="7956828" y="5970920"/>
            <a:ext cx="1064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PUNEH.cpp</a:t>
            </a:r>
            <a:endParaRPr lang="en-US" sz="12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7"/>
          <a:srcRect l="1339" r="-39828"/>
          <a:stretch/>
        </p:blipFill>
        <p:spPr>
          <a:xfrm>
            <a:off x="6228695" y="2034993"/>
            <a:ext cx="4538135" cy="2465284"/>
          </a:xfrm>
          <a:prstGeom prst="rect">
            <a:avLst/>
          </a:prstGeom>
          <a:solidFill>
            <a:srgbClr val="1E1E1E"/>
          </a:solidFill>
        </p:spPr>
      </p:pic>
      <p:sp>
        <p:nvSpPr>
          <p:cNvPr id="31" name="Rectangle 30"/>
          <p:cNvSpPr/>
          <p:nvPr/>
        </p:nvSpPr>
        <p:spPr>
          <a:xfrm>
            <a:off x="2092059" y="5053013"/>
            <a:ext cx="2960954" cy="15522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092059" y="5191512"/>
            <a:ext cx="1232166" cy="168707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7216542" y="3567899"/>
            <a:ext cx="2576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we need to save just operands, the result is always in AC register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80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2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"/>
                            </p:stCondLst>
                            <p:childTnLst>
                              <p:par>
                                <p:cTn id="1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9" grpId="0" animBg="1"/>
      <p:bldP spid="19" grpId="1" animBg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7" grpId="0" animBg="1"/>
      <p:bldP spid="27" grpId="1" animBg="1"/>
      <p:bldP spid="30" grpId="0"/>
      <p:bldP spid="30" grpId="1"/>
      <p:bldP spid="32" grpId="0"/>
      <p:bldP spid="31" grpId="0" animBg="1"/>
      <p:bldP spid="31" grpId="1" animBg="1"/>
      <p:bldP spid="36" grpId="0" animBg="1"/>
      <p:bldP spid="37" grpId="0"/>
      <p:bldP spid="3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75346-0240-4100-B91A-54E619F0E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Port Operations</a:t>
            </a:r>
            <a:endParaRPr lang="en-US" dirty="0"/>
          </a:p>
        </p:txBody>
      </p:sp>
      <p:pic>
        <p:nvPicPr>
          <p:cNvPr id="16" name="Content Placeholder 1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1871" y="1866317"/>
            <a:ext cx="7250589" cy="415348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2BF6B-67F9-4422-BD20-B61601430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52B5397E-818D-4F1F-BB87-170C10BB2430}" type="slidenum">
              <a:rPr lang="en-US" smtClean="0"/>
              <a:t>10</a:t>
            </a:fld>
            <a:r>
              <a:rPr lang="en-US" sz="1200" dirty="0" smtClean="0"/>
              <a:t>/24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1FF90F-FACC-4368-9082-5B3CFDDDEACD}"/>
              </a:ext>
            </a:extLst>
          </p:cNvPr>
          <p:cNvSpPr txBox="1"/>
          <p:nvPr/>
        </p:nvSpPr>
        <p:spPr>
          <a:xfrm>
            <a:off x="10256985" y="6544808"/>
            <a:ext cx="1064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PUNEH.cpp</a:t>
            </a:r>
          </a:p>
        </p:txBody>
      </p:sp>
    </p:spTree>
    <p:extLst>
      <p:ext uri="{BB962C8B-B14F-4D97-AF65-F5344CB8AC3E}">
        <p14:creationId xmlns:p14="http://schemas.microsoft.com/office/powerpoint/2010/main" val="2501937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A257E-F8F9-4B30-9F11-B5F332441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 of PUNEH (cont’d)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ISS Execution scheme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Hardware </a:t>
            </a:r>
            <a:r>
              <a:rPr lang="en-US" dirty="0"/>
              <a:t>Execution </a:t>
            </a:r>
            <a:r>
              <a:rPr lang="en-US" dirty="0" smtClean="0"/>
              <a:t>scheme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D8226-F3E3-470A-B5C6-D2C85E1DA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52B5397E-818D-4F1F-BB87-170C10BB2430}" type="slidenum">
              <a:rPr lang="en-US" smtClean="0"/>
              <a:t>11</a:t>
            </a:fld>
            <a:r>
              <a:rPr lang="en-US" sz="1200" dirty="0" smtClean="0"/>
              <a:t>/24</a:t>
            </a:r>
            <a:endParaRPr lang="en-US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AC230DF4-B9AF-411E-9B1F-AD6435F1F2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62657" y="2467508"/>
            <a:ext cx="1421947" cy="4236822"/>
          </a:xfrm>
          <a:prstGeom prst="rect">
            <a:avLst/>
          </a:prstGeom>
        </p:spPr>
      </p:pic>
      <p:pic>
        <p:nvPicPr>
          <p:cNvPr id="17" name="Content Placeholder 13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016274" y="3279140"/>
            <a:ext cx="2701290" cy="193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91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817778" y="3684894"/>
            <a:ext cx="1038225" cy="1211888"/>
          </a:xfrm>
          <a:prstGeom prst="round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938" y="1817062"/>
            <a:ext cx="4509554" cy="490758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17782" y="1765608"/>
            <a:ext cx="1038225" cy="1211888"/>
          </a:xfrm>
          <a:prstGeom prst="round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111188-2E0A-4409-94EF-64B93C294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 of PUNEH (cont’d)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4029F89-4197-4CA1-8F77-8E0369CD9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52622" y="1828799"/>
            <a:ext cx="2260085" cy="405982"/>
          </a:xfrm>
        </p:spPr>
        <p:txBody>
          <a:bodyPr/>
          <a:lstStyle/>
          <a:p>
            <a:r>
              <a:rPr lang="en-US" dirty="0"/>
              <a:t>Instruction Fetch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230DF4-B9AF-411E-9B1F-AD6435F1F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" y="1828799"/>
            <a:ext cx="1656732" cy="4936385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56F164-B15F-4911-A062-F691460D381A}"/>
              </a:ext>
            </a:extLst>
          </p:cNvPr>
          <p:cNvCxnSpPr>
            <a:cxnSpLocks/>
          </p:cNvCxnSpPr>
          <p:nvPr/>
        </p:nvCxnSpPr>
        <p:spPr>
          <a:xfrm>
            <a:off x="1798464" y="2330860"/>
            <a:ext cx="1878186" cy="1504604"/>
          </a:xfrm>
          <a:prstGeom prst="straightConnector1">
            <a:avLst/>
          </a:prstGeom>
          <a:ln w="57150">
            <a:solidFill>
              <a:srgbClr val="7030A0">
                <a:alpha val="95000"/>
              </a:srgbClr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119C84C-3629-4F56-B8BE-55D123AD2F1B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798464" y="4296992"/>
            <a:ext cx="1921049" cy="703633"/>
          </a:xfrm>
          <a:prstGeom prst="straightConnector1">
            <a:avLst/>
          </a:prstGeom>
          <a:ln w="57150">
            <a:solidFill>
              <a:srgbClr val="00B050">
                <a:alpha val="95000"/>
              </a:srgbClr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FC434C0-018C-43E3-930C-23092C0E6921}"/>
              </a:ext>
            </a:extLst>
          </p:cNvPr>
          <p:cNvCxnSpPr>
            <a:cxnSpLocks/>
          </p:cNvCxnSpPr>
          <p:nvPr/>
        </p:nvCxnSpPr>
        <p:spPr>
          <a:xfrm flipV="1">
            <a:off x="1750794" y="5205413"/>
            <a:ext cx="1925856" cy="1057709"/>
          </a:xfrm>
          <a:prstGeom prst="straightConnector1">
            <a:avLst/>
          </a:prstGeom>
          <a:ln w="57150">
            <a:solidFill>
              <a:schemeClr val="accent2">
                <a:alpha val="95000"/>
              </a:schemeClr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31FF90F-FACC-4368-9082-5B3CFDDDEACD}"/>
              </a:ext>
            </a:extLst>
          </p:cNvPr>
          <p:cNvSpPr txBox="1"/>
          <p:nvPr/>
        </p:nvSpPr>
        <p:spPr>
          <a:xfrm>
            <a:off x="10256985" y="6544808"/>
            <a:ext cx="1064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PUNEH.cpp</a:t>
            </a: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9B6127F3-194A-4C6F-9B78-04684075C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52B5397E-818D-4F1F-BB87-170C10BB2430}" type="slidenum">
              <a:rPr lang="en-US" smtClean="0"/>
              <a:t>12</a:t>
            </a:fld>
            <a:r>
              <a:rPr lang="en-US" sz="1200" dirty="0" smtClean="0"/>
              <a:t>/24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352" y="2264178"/>
            <a:ext cx="2960627" cy="1512701"/>
          </a:xfrm>
          <a:prstGeom prst="rect">
            <a:avLst/>
          </a:prstGeom>
        </p:spPr>
      </p:pic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B4029F89-4197-4CA1-8F77-8E0369CD9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54654" y="1817062"/>
            <a:ext cx="2456023" cy="405982"/>
          </a:xfrm>
        </p:spPr>
        <p:txBody>
          <a:bodyPr>
            <a:normAutofit/>
          </a:bodyPr>
          <a:lstStyle/>
          <a:p>
            <a:r>
              <a:rPr lang="en-US" dirty="0"/>
              <a:t>Instruction </a:t>
            </a:r>
            <a:r>
              <a:rPr lang="en-US" dirty="0" smtClean="0"/>
              <a:t>Decode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b="2162"/>
          <a:stretch/>
        </p:blipFill>
        <p:spPr>
          <a:xfrm>
            <a:off x="6724458" y="2264178"/>
            <a:ext cx="4419983" cy="4331885"/>
          </a:xfrm>
          <a:prstGeom prst="rect">
            <a:avLst/>
          </a:prstGeom>
        </p:spPr>
      </p:pic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B4029F89-4197-4CA1-8F77-8E0369CD9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06437" y="1828799"/>
            <a:ext cx="2456023" cy="405982"/>
          </a:xfrm>
        </p:spPr>
        <p:txBody>
          <a:bodyPr>
            <a:normAutofit/>
          </a:bodyPr>
          <a:lstStyle/>
          <a:p>
            <a:r>
              <a:rPr lang="en-US" dirty="0" smtClean="0"/>
              <a:t>Interrupt Routine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6"/>
          <a:srcRect l="2479" r="-55293"/>
          <a:stretch/>
        </p:blipFill>
        <p:spPr>
          <a:xfrm>
            <a:off x="6734366" y="2264178"/>
            <a:ext cx="4410075" cy="1319265"/>
          </a:xfrm>
          <a:prstGeom prst="rect">
            <a:avLst/>
          </a:prstGeom>
          <a:solidFill>
            <a:srgbClr val="1E1E1E"/>
          </a:solidFill>
        </p:spPr>
      </p:pic>
      <p:sp>
        <p:nvSpPr>
          <p:cNvPr id="18" name="Rectangle 17"/>
          <p:cNvSpPr/>
          <p:nvPr/>
        </p:nvSpPr>
        <p:spPr>
          <a:xfrm>
            <a:off x="3719513" y="5656656"/>
            <a:ext cx="1743075" cy="229794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0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11" grpId="0" animBg="1"/>
      <p:bldP spid="11" grpId="1" animBg="1"/>
      <p:bldP spid="25" grpId="0" build="p"/>
      <p:bldP spid="25" grpId="1" build="p"/>
      <p:bldP spid="20" grpId="0" build="p"/>
      <p:bldP spid="20" grpId="1" build="p"/>
      <p:bldP spid="27" grpId="0" build="p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822530" y="5599428"/>
            <a:ext cx="1038225" cy="1211888"/>
          </a:xfrm>
          <a:prstGeom prst="round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61DD16-DD4A-4FFF-B8A7-21081F00A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 of PUNEH (cont’d)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B50BB-50CC-4D8A-8894-1581BDACE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" y="1828799"/>
            <a:ext cx="1656732" cy="4936385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BC45144-0A21-4C29-AE78-7435975C8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52B5397E-818D-4F1F-BB87-170C10BB2430}" type="slidenum">
              <a:rPr lang="en-US" smtClean="0"/>
              <a:t>13</a:t>
            </a:fld>
            <a:r>
              <a:rPr lang="en-US" sz="1200" dirty="0" smtClean="0"/>
              <a:t>/24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5445"/>
          <a:stretch/>
        </p:blipFill>
        <p:spPr>
          <a:xfrm>
            <a:off x="2424113" y="2096083"/>
            <a:ext cx="4345656" cy="43729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38F154-1EE8-448F-8889-37F2A7E17E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r="-2335"/>
          <a:stretch/>
        </p:blipFill>
        <p:spPr>
          <a:xfrm>
            <a:off x="6509898" y="2096083"/>
            <a:ext cx="4634352" cy="1325562"/>
          </a:xfrm>
          <a:prstGeom prst="rect">
            <a:avLst/>
          </a:prstGeom>
          <a:solidFill>
            <a:srgbClr val="1E1E1E"/>
          </a:solidFill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1353" y="2925455"/>
            <a:ext cx="3951312" cy="35436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31FF90F-FACC-4368-9082-5B3CFDDDEACD}"/>
              </a:ext>
            </a:extLst>
          </p:cNvPr>
          <p:cNvSpPr txBox="1"/>
          <p:nvPr/>
        </p:nvSpPr>
        <p:spPr>
          <a:xfrm>
            <a:off x="10256985" y="6544808"/>
            <a:ext cx="1064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PUNEH.cpp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14167" y="3608781"/>
            <a:ext cx="2615121" cy="382194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14166" y="4847824"/>
            <a:ext cx="2615121" cy="382194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eft Brace 3"/>
          <p:cNvSpPr/>
          <p:nvPr/>
        </p:nvSpPr>
        <p:spPr>
          <a:xfrm>
            <a:off x="7219950" y="5272088"/>
            <a:ext cx="119063" cy="361950"/>
          </a:xfrm>
          <a:prstGeom prst="leftBrace">
            <a:avLst>
              <a:gd name="adj1" fmla="val 63534"/>
              <a:gd name="adj2" fmla="val 50000"/>
            </a:avLst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6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Update Flags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52B5397E-818D-4F1F-BB87-170C10BB2430}" type="slidenum">
              <a:rPr lang="en-US" smtClean="0"/>
              <a:t>14</a:t>
            </a:fld>
            <a:r>
              <a:rPr lang="en-US" sz="1200" dirty="0" smtClean="0"/>
              <a:t>/24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822530" y="5599428"/>
            <a:ext cx="1038225" cy="1211888"/>
          </a:xfrm>
          <a:prstGeom prst="round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9B50BB-50CC-4D8A-8894-1581BDACE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" y="1828799"/>
            <a:ext cx="1656732" cy="493638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139" y="1872297"/>
            <a:ext cx="4668253" cy="26606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101" y="2172810"/>
            <a:ext cx="3533040" cy="246610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5140" y="2172810"/>
            <a:ext cx="4744352" cy="459237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31FF90F-FACC-4368-9082-5B3CFDDDEACD}"/>
              </a:ext>
            </a:extLst>
          </p:cNvPr>
          <p:cNvSpPr txBox="1"/>
          <p:nvPr/>
        </p:nvSpPr>
        <p:spPr>
          <a:xfrm>
            <a:off x="10256985" y="6544808"/>
            <a:ext cx="1064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PUNEH.cpp</a:t>
            </a:r>
          </a:p>
        </p:txBody>
      </p:sp>
    </p:spTree>
    <p:extLst>
      <p:ext uri="{BB962C8B-B14F-4D97-AF65-F5344CB8AC3E}">
        <p14:creationId xmlns:p14="http://schemas.microsoft.com/office/powerpoint/2010/main" val="428990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15BD0-B643-4036-81F8-7905906D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E28F1D1-6037-4CB1-9AD3-540DEDBF61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732847" y="1806989"/>
            <a:ext cx="3515746" cy="482099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F8C399-429F-4724-B0D4-8215E1BE5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52B5397E-818D-4F1F-BB87-170C10BB2430}" type="slidenum">
              <a:rPr lang="en-US" smtClean="0"/>
              <a:t>15</a:t>
            </a:fld>
            <a:r>
              <a:rPr lang="en-US" sz="1200" dirty="0" smtClean="0"/>
              <a:t>/24</a:t>
            </a:r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1023937" y="2967038"/>
            <a:ext cx="1814513" cy="5000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1023936" y="2967037"/>
            <a:ext cx="1814513" cy="5000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1023935" y="2967037"/>
            <a:ext cx="1814513" cy="5000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1023934" y="2967036"/>
            <a:ext cx="1814513" cy="5000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1023931" y="2967036"/>
            <a:ext cx="1814513" cy="50006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0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48148E-6 L 0.06589 0.0004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589 0.00046 L -3.33333E-6 -1.48148E-6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9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500"/>
                            </p:stCondLst>
                            <p:childTnLst>
                              <p:par>
                                <p:cTn id="15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48148E-6 L 0.06589 0.0004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500"/>
                            </p:stCondLst>
                            <p:childTnLst>
                              <p:par>
                                <p:cTn id="23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589 0.00046 L -3.33333E-6 -1.48148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9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500"/>
                            </p:stCondLst>
                            <p:childTnLst>
                              <p:par>
                                <p:cTn id="26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500"/>
                            </p:stCondLst>
                            <p:childTnLst>
                              <p:par>
                                <p:cTn id="3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48148E-6 L 0.06589 0.0004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500"/>
                            </p:stCondLst>
                            <p:childTnLst>
                              <p:par>
                                <p:cTn id="34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589 0.00046 L -3.33333E-6 -1.48148E-6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9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2500"/>
                            </p:stCondLst>
                            <p:childTnLst>
                              <p:par>
                                <p:cTn id="37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500"/>
                            </p:stCondLst>
                            <p:childTnLst>
                              <p:par>
                                <p:cTn id="4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48148E-6 L 0.06589 0.00046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500"/>
                            </p:stCondLst>
                            <p:childTnLst>
                              <p:par>
                                <p:cTn id="45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589 0.00046 L -3.33333E-6 -1.48148E-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9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6500"/>
                            </p:stCondLst>
                            <p:childTnLst>
                              <p:par>
                                <p:cTn id="48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500"/>
                            </p:stCondLst>
                            <p:childTnLst>
                              <p:par>
                                <p:cTn id="5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48148E-6 L 0.06589 0.00046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8500"/>
                            </p:stCondLst>
                            <p:childTnLst>
                              <p:par>
                                <p:cTn id="56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589 0.00046 L -3.33333E-6 -1.48148E-6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9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4" grpId="2" animBg="1"/>
      <p:bldP spid="4" grpId="3" animBg="1"/>
      <p:bldP spid="10" grpId="0" animBg="1"/>
      <p:bldP spid="10" grpId="1" animBg="1"/>
      <p:bldP spid="10" grpId="2" animBg="1"/>
      <p:bldP spid="10" grpId="3" animBg="1"/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13" grpId="0" animBg="1"/>
      <p:bldP spid="13" grpId="1" animBg="1"/>
      <p:bldP spid="13" grpId="2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Shared Channel (cont’d)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3"/>
          </p:nvPr>
        </p:nvSpPr>
        <p:spPr>
          <a:xfrm>
            <a:off x="1261873" y="1691322"/>
            <a:ext cx="4480560" cy="731520"/>
          </a:xfrm>
        </p:spPr>
        <p:txBody>
          <a:bodyPr/>
          <a:lstStyle/>
          <a:p>
            <a:r>
              <a:rPr lang="en-US" dirty="0" smtClean="0"/>
              <a:t>Master Port</a:t>
            </a:r>
            <a:endParaRPr lang="en-US" dirty="0"/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1261872" y="2596196"/>
            <a:ext cx="5990337" cy="269494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52B5397E-818D-4F1F-BB87-170C10BB2430}" type="slidenum">
              <a:rPr lang="en-US" smtClean="0"/>
              <a:pPr/>
              <a:t>16</a:t>
            </a:fld>
            <a:r>
              <a:rPr lang="en-US" sz="1200" dirty="0" smtClean="0"/>
              <a:t>/24</a:t>
            </a:r>
            <a:endParaRPr lang="en-US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idx="1"/>
          </p:nvPr>
        </p:nvSpPr>
        <p:spPr>
          <a:xfrm>
            <a:off x="3166872" y="1715132"/>
            <a:ext cx="4480560" cy="731520"/>
          </a:xfrm>
        </p:spPr>
        <p:txBody>
          <a:bodyPr/>
          <a:lstStyle/>
          <a:p>
            <a:r>
              <a:rPr lang="en-US" dirty="0" smtClean="0"/>
              <a:t>Slave Port</a:t>
            </a:r>
            <a:endParaRPr lang="en-US" dirty="0"/>
          </a:p>
        </p:txBody>
      </p:sp>
      <p:pic>
        <p:nvPicPr>
          <p:cNvPr id="7" name="Content Placeholder 13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166872" y="2596196"/>
            <a:ext cx="5782517" cy="27154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1FF90F-FACC-4368-9082-5B3CFDDDEACD}"/>
              </a:ext>
            </a:extLst>
          </p:cNvPr>
          <p:cNvSpPr txBox="1"/>
          <p:nvPr/>
        </p:nvSpPr>
        <p:spPr>
          <a:xfrm>
            <a:off x="10256985" y="6544808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Channel.h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93878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Shared Channel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3"/>
          </p:nvPr>
        </p:nvSpPr>
        <p:spPr>
          <a:xfrm>
            <a:off x="1261873" y="1691322"/>
            <a:ext cx="4480560" cy="731520"/>
          </a:xfrm>
        </p:spPr>
        <p:txBody>
          <a:bodyPr/>
          <a:lstStyle/>
          <a:p>
            <a:r>
              <a:rPr lang="en-US" dirty="0" smtClean="0"/>
              <a:t>Main channel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52B5397E-818D-4F1F-BB87-170C10BB2430}" type="slidenum">
              <a:rPr lang="en-US" smtClean="0"/>
              <a:pPr/>
              <a:t>17</a:t>
            </a:fld>
            <a:r>
              <a:rPr lang="en-US" sz="1200" dirty="0" smtClean="0"/>
              <a:t>/24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1261872" y="2590372"/>
            <a:ext cx="6305694" cy="390567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962150" y="3471861"/>
            <a:ext cx="2214562" cy="209550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ular Callout 12"/>
          <p:cNvSpPr/>
          <p:nvPr/>
        </p:nvSpPr>
        <p:spPr>
          <a:xfrm>
            <a:off x="8020194" y="3338621"/>
            <a:ext cx="2747962" cy="799878"/>
          </a:xfrm>
          <a:prstGeom prst="wedgeRectCallout">
            <a:avLst>
              <a:gd name="adj1" fmla="val -85004"/>
              <a:gd name="adj2" fmla="val -30456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</a:t>
            </a:r>
            <a:r>
              <a:rPr lang="en-US" dirty="0" err="1">
                <a:solidFill>
                  <a:schemeClr val="tx1"/>
                </a:solidFill>
              </a:rPr>
              <a:t>Arbiture</a:t>
            </a:r>
            <a:r>
              <a:rPr lang="en-US" dirty="0">
                <a:solidFill>
                  <a:schemeClr val="tx1"/>
                </a:solidFill>
              </a:rPr>
              <a:t> between several Masters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2150" y="3667122"/>
            <a:ext cx="2266950" cy="180977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957387" y="4015633"/>
            <a:ext cx="2266950" cy="180977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ular Callout 17"/>
          <p:cNvSpPr/>
          <p:nvPr/>
        </p:nvSpPr>
        <p:spPr>
          <a:xfrm>
            <a:off x="8020194" y="3796671"/>
            <a:ext cx="2747962" cy="799878"/>
          </a:xfrm>
          <a:prstGeom prst="wedgeRectCallout">
            <a:avLst>
              <a:gd name="adj1" fmla="val -85004"/>
              <a:gd name="adj2" fmla="val -30456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 </a:t>
            </a:r>
            <a:r>
              <a:rPr lang="en-US" dirty="0" smtClean="0">
                <a:solidFill>
                  <a:schemeClr val="tx1"/>
                </a:solidFill>
              </a:rPr>
              <a:t>Ensure that put and get execute concurrently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1FF90F-FACC-4368-9082-5B3CFDDDEACD}"/>
              </a:ext>
            </a:extLst>
          </p:cNvPr>
          <p:cNvSpPr txBox="1"/>
          <p:nvPr/>
        </p:nvSpPr>
        <p:spPr>
          <a:xfrm>
            <a:off x="10256985" y="6544808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Channel.h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36993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3" grpId="0" animBg="1"/>
      <p:bldP spid="13" grpId="1" animBg="1"/>
      <p:bldP spid="16" grpId="0" animBg="1"/>
      <p:bldP spid="17" grpId="0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Shared Channel  (cont’d)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 smtClean="0"/>
              <a:t>PUT </a:t>
            </a:r>
            <a:endParaRPr lang="en-US" dirty="0"/>
          </a:p>
        </p:txBody>
      </p:sp>
      <p:pic>
        <p:nvPicPr>
          <p:cNvPr id="28" name="Content Placeholder 2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938881" y="2509308"/>
            <a:ext cx="3126541" cy="3662892"/>
          </a:xfrm>
          <a:prstGeom prst="rect">
            <a:avLst/>
          </a:prstGeom>
        </p:spPr>
      </p:pic>
      <p:sp>
        <p:nvSpPr>
          <p:cNvPr id="26" name="Text Placeholder 2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 smtClean="0"/>
              <a:t>GET</a:t>
            </a:r>
            <a:endParaRPr lang="en-US" dirty="0"/>
          </a:p>
        </p:txBody>
      </p:sp>
      <p:pic>
        <p:nvPicPr>
          <p:cNvPr id="29" name="Content Placeholder 28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893182" y="2509308"/>
            <a:ext cx="2947155" cy="366289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52B5397E-818D-4F1F-BB87-170C10BB2430}" type="slidenum">
              <a:rPr lang="en-US" smtClean="0"/>
              <a:pPr/>
              <a:t>18</a:t>
            </a:fld>
            <a:r>
              <a:rPr lang="en-US" sz="1200" dirty="0" smtClean="0"/>
              <a:t>/24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1FF90F-FACC-4368-9082-5B3CFDDDEACD}"/>
              </a:ext>
            </a:extLst>
          </p:cNvPr>
          <p:cNvSpPr txBox="1"/>
          <p:nvPr/>
        </p:nvSpPr>
        <p:spPr>
          <a:xfrm>
            <a:off x="10256985" y="6544808"/>
            <a:ext cx="10775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Channel.cpp</a:t>
            </a:r>
            <a:endParaRPr lang="en-US" sz="12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A56F164-B15F-4911-A062-F691460D381A}"/>
              </a:ext>
            </a:extLst>
          </p:cNvPr>
          <p:cNvCxnSpPr>
            <a:cxnSpLocks/>
          </p:cNvCxnSpPr>
          <p:nvPr/>
        </p:nvCxnSpPr>
        <p:spPr>
          <a:xfrm flipV="1">
            <a:off x="4076700" y="2988836"/>
            <a:ext cx="3414713" cy="568752"/>
          </a:xfrm>
          <a:prstGeom prst="straightConnector1">
            <a:avLst/>
          </a:prstGeom>
          <a:ln w="57150">
            <a:solidFill>
              <a:srgbClr val="7030A0">
                <a:alpha val="95000"/>
              </a:srgbClr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A56F164-B15F-4911-A062-F691460D381A}"/>
              </a:ext>
            </a:extLst>
          </p:cNvPr>
          <p:cNvCxnSpPr>
            <a:cxnSpLocks/>
          </p:cNvCxnSpPr>
          <p:nvPr/>
        </p:nvCxnSpPr>
        <p:spPr>
          <a:xfrm>
            <a:off x="4286250" y="3052763"/>
            <a:ext cx="3205163" cy="280987"/>
          </a:xfrm>
          <a:prstGeom prst="straightConnector1">
            <a:avLst/>
          </a:prstGeom>
          <a:ln w="57150">
            <a:solidFill>
              <a:srgbClr val="C00000">
                <a:alpha val="95000"/>
              </a:srgbClr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A56F164-B15F-4911-A062-F691460D381A}"/>
              </a:ext>
            </a:extLst>
          </p:cNvPr>
          <p:cNvCxnSpPr>
            <a:cxnSpLocks/>
          </p:cNvCxnSpPr>
          <p:nvPr/>
        </p:nvCxnSpPr>
        <p:spPr>
          <a:xfrm>
            <a:off x="4286250" y="3248027"/>
            <a:ext cx="3419475" cy="729544"/>
          </a:xfrm>
          <a:prstGeom prst="straightConnector1">
            <a:avLst/>
          </a:prstGeom>
          <a:ln w="57150">
            <a:solidFill>
              <a:srgbClr val="FFFF00">
                <a:alpha val="95000"/>
              </a:srgbClr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A56F164-B15F-4911-A062-F691460D381A}"/>
              </a:ext>
            </a:extLst>
          </p:cNvPr>
          <p:cNvCxnSpPr>
            <a:cxnSpLocks/>
          </p:cNvCxnSpPr>
          <p:nvPr/>
        </p:nvCxnSpPr>
        <p:spPr>
          <a:xfrm flipV="1">
            <a:off x="4357688" y="3193257"/>
            <a:ext cx="3133725" cy="1147497"/>
          </a:xfrm>
          <a:prstGeom prst="straightConnector1">
            <a:avLst/>
          </a:prstGeom>
          <a:ln w="57150">
            <a:solidFill>
              <a:srgbClr val="00B0F0">
                <a:alpha val="95000"/>
              </a:srgbClr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A56F164-B15F-4911-A062-F691460D381A}"/>
              </a:ext>
            </a:extLst>
          </p:cNvPr>
          <p:cNvCxnSpPr>
            <a:cxnSpLocks/>
          </p:cNvCxnSpPr>
          <p:nvPr/>
        </p:nvCxnSpPr>
        <p:spPr>
          <a:xfrm>
            <a:off x="4257635" y="4855103"/>
            <a:ext cx="3233778" cy="59797"/>
          </a:xfrm>
          <a:prstGeom prst="straightConnector1">
            <a:avLst/>
          </a:prstGeom>
          <a:ln w="57150">
            <a:solidFill>
              <a:schemeClr val="accent3">
                <a:lumMod val="75000"/>
                <a:alpha val="95000"/>
              </a:schemeClr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A56F164-B15F-4911-A062-F691460D381A}"/>
              </a:ext>
            </a:extLst>
          </p:cNvPr>
          <p:cNvCxnSpPr>
            <a:cxnSpLocks/>
          </p:cNvCxnSpPr>
          <p:nvPr/>
        </p:nvCxnSpPr>
        <p:spPr>
          <a:xfrm flipV="1">
            <a:off x="4076700" y="5486400"/>
            <a:ext cx="3381375" cy="100013"/>
          </a:xfrm>
          <a:prstGeom prst="straightConnector1">
            <a:avLst/>
          </a:prstGeom>
          <a:ln w="57150">
            <a:solidFill>
              <a:schemeClr val="bg1">
                <a:lumMod val="65000"/>
                <a:alpha val="95000"/>
              </a:schemeClr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691330" y="3870906"/>
            <a:ext cx="257175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 smtClean="0"/>
              <a:t>At this point, both</a:t>
            </a:r>
          </a:p>
          <a:p>
            <a:pPr algn="ctr"/>
            <a:r>
              <a:rPr lang="en-US" sz="1500" dirty="0" smtClean="0"/>
              <a:t>Transmitter and </a:t>
            </a:r>
          </a:p>
          <a:p>
            <a:pPr algn="ctr"/>
            <a:r>
              <a:rPr lang="en-US" sz="1500" dirty="0" smtClean="0"/>
              <a:t>receiver are sync.</a:t>
            </a:r>
            <a:endParaRPr lang="en-US" sz="1500" dirty="0"/>
          </a:p>
        </p:txBody>
      </p:sp>
      <p:cxnSp>
        <p:nvCxnSpPr>
          <p:cNvPr id="49" name="Straight Connector 48"/>
          <p:cNvCxnSpPr/>
          <p:nvPr/>
        </p:nvCxnSpPr>
        <p:spPr>
          <a:xfrm>
            <a:off x="2410093" y="4582934"/>
            <a:ext cx="7134225" cy="87140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ular Callout 52"/>
          <p:cNvSpPr/>
          <p:nvPr/>
        </p:nvSpPr>
        <p:spPr>
          <a:xfrm>
            <a:off x="9840337" y="4675634"/>
            <a:ext cx="1789688" cy="1293284"/>
          </a:xfrm>
          <a:prstGeom prst="wedgeRectCallout">
            <a:avLst>
              <a:gd name="adj1" fmla="val -83392"/>
              <a:gd name="adj2" fmla="val -32877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Receiver waits for transmitter to put </a:t>
            </a:r>
            <a:r>
              <a:rPr lang="en-US" dirty="0" smtClean="0">
                <a:solidFill>
                  <a:schemeClr val="tx1"/>
                </a:solidFill>
              </a:rPr>
              <a:t>the data on the bus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Rectangular Callout 53"/>
          <p:cNvSpPr/>
          <p:nvPr/>
        </p:nvSpPr>
        <p:spPr>
          <a:xfrm>
            <a:off x="-61913" y="4463340"/>
            <a:ext cx="1997633" cy="1142117"/>
          </a:xfrm>
          <a:prstGeom prst="wedgeRectCallout">
            <a:avLst>
              <a:gd name="adj1" fmla="val 83974"/>
              <a:gd name="adj2" fmla="val -30925"/>
            </a:avLst>
          </a:prstGeom>
          <a:solidFill>
            <a:schemeClr val="accent2">
              <a:lumMod val="75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Transmitter puts the data on the bus and notifies the put event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Rectangular Callout 55"/>
          <p:cNvSpPr/>
          <p:nvPr/>
        </p:nvSpPr>
        <p:spPr>
          <a:xfrm>
            <a:off x="1935721" y="6172200"/>
            <a:ext cx="3129701" cy="663573"/>
          </a:xfrm>
          <a:prstGeom prst="wedgeRectCallout">
            <a:avLst>
              <a:gd name="adj1" fmla="val -24524"/>
              <a:gd name="adj2" fmla="val -89777"/>
            </a:avLst>
          </a:prstGeom>
          <a:solidFill>
            <a:schemeClr val="accent2">
              <a:lumMod val="75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Tansmitter</a:t>
            </a:r>
            <a:r>
              <a:rPr lang="en-US" dirty="0" smtClean="0">
                <a:solidFill>
                  <a:schemeClr val="tx1"/>
                </a:solidFill>
              </a:rPr>
              <a:t> waits until the receiver gets the data.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Rectangular Callout 56"/>
          <p:cNvSpPr/>
          <p:nvPr/>
        </p:nvSpPr>
        <p:spPr>
          <a:xfrm>
            <a:off x="6893182" y="6143896"/>
            <a:ext cx="2947155" cy="714103"/>
          </a:xfrm>
          <a:prstGeom prst="wedgeRectCallout">
            <a:avLst>
              <a:gd name="adj1" fmla="val -25541"/>
              <a:gd name="adj2" fmla="val -86897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Receiver </a:t>
            </a:r>
            <a:r>
              <a:rPr lang="en-US" dirty="0" smtClean="0">
                <a:solidFill>
                  <a:schemeClr val="tx1"/>
                </a:solidFill>
              </a:rPr>
              <a:t>get the data and notifies the Transmitter.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8" name="Left Brace 57"/>
          <p:cNvSpPr/>
          <p:nvPr/>
        </p:nvSpPr>
        <p:spPr>
          <a:xfrm>
            <a:off x="1778798" y="2985876"/>
            <a:ext cx="128587" cy="1351918"/>
          </a:xfrm>
          <a:prstGeom prst="leftBrace">
            <a:avLst>
              <a:gd name="adj1" fmla="val 119444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9909851" y="2957423"/>
            <a:ext cx="19352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Synchroniza</a:t>
            </a:r>
            <a:r>
              <a:rPr lang="en-US" dirty="0">
                <a:solidFill>
                  <a:schemeClr val="bg1"/>
                </a:solidFill>
              </a:rPr>
              <a:t>tion</a:t>
            </a:r>
            <a:r>
              <a:rPr lang="en-US" dirty="0"/>
              <a:t> dialog betwe</a:t>
            </a:r>
            <a:r>
              <a:rPr lang="en-US" dirty="0">
                <a:solidFill>
                  <a:schemeClr val="bg1"/>
                </a:solidFill>
              </a:rPr>
              <a:t>en</a:t>
            </a:r>
            <a:r>
              <a:rPr lang="en-US" dirty="0"/>
              <a:t> </a:t>
            </a:r>
            <a:r>
              <a:rPr lang="en-US" dirty="0" smtClean="0"/>
              <a:t>Transmitter</a:t>
            </a:r>
          </a:p>
          <a:p>
            <a:r>
              <a:rPr lang="en-US" dirty="0" smtClean="0"/>
              <a:t>&amp; Receiver</a:t>
            </a:r>
            <a:endParaRPr lang="en-US" dirty="0"/>
          </a:p>
        </p:txBody>
      </p:sp>
      <p:sp>
        <p:nvSpPr>
          <p:cNvPr id="60" name="Left Brace 59"/>
          <p:cNvSpPr/>
          <p:nvPr/>
        </p:nvSpPr>
        <p:spPr>
          <a:xfrm flipH="1">
            <a:off x="9845558" y="2916512"/>
            <a:ext cx="128587" cy="1351918"/>
          </a:xfrm>
          <a:prstGeom prst="leftBrace">
            <a:avLst>
              <a:gd name="adj1" fmla="val 119444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146893" y="3164318"/>
            <a:ext cx="19352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Synchronization dialog between </a:t>
            </a:r>
            <a:r>
              <a:rPr lang="en-US" dirty="0" smtClean="0"/>
              <a:t>Transmitter</a:t>
            </a:r>
          </a:p>
          <a:p>
            <a:r>
              <a:rPr lang="en-US" dirty="0" smtClean="0"/>
              <a:t>&amp; Receiver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96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2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9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3" grpId="0" animBg="1"/>
      <p:bldP spid="54" grpId="0" animBg="1"/>
      <p:bldP spid="56" grpId="0" animBg="1"/>
      <p:bldP spid="57" grpId="0" animBg="1"/>
      <p:bldP spid="58" grpId="0" animBg="1"/>
      <p:bldP spid="59" grpId="0"/>
      <p:bldP spid="60" grpId="0" animBg="1"/>
      <p:bldP spid="6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Channel  (cont’d)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52B5397E-818D-4F1F-BB87-170C10BB2430}" type="slidenum">
              <a:rPr lang="en-US" smtClean="0"/>
              <a:t>19</a:t>
            </a:fld>
            <a:r>
              <a:rPr lang="en-US" sz="1200" dirty="0" smtClean="0"/>
              <a:t>/24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1FF90F-FACC-4368-9082-5B3CFDDDEACD}"/>
              </a:ext>
            </a:extLst>
          </p:cNvPr>
          <p:cNvSpPr txBox="1"/>
          <p:nvPr/>
        </p:nvSpPr>
        <p:spPr>
          <a:xfrm>
            <a:off x="10256985" y="6544808"/>
            <a:ext cx="10775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Channel.cpp</a:t>
            </a:r>
            <a:endParaRPr lang="en-US" sz="12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1784237"/>
            <a:ext cx="7084163" cy="498168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576" y="3641453"/>
            <a:ext cx="4522862" cy="312447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66991" y="4429126"/>
            <a:ext cx="900109" cy="191350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047" y="2821437"/>
            <a:ext cx="3694027" cy="152527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602034" y="3896948"/>
            <a:ext cx="1344067" cy="200737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983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7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Channel  (cont’d)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52B5397E-818D-4F1F-BB87-170C10BB2430}" type="slidenum">
              <a:rPr lang="en-US" smtClean="0"/>
              <a:t>20</a:t>
            </a:fld>
            <a:r>
              <a:rPr lang="en-US" sz="1200" dirty="0" smtClean="0"/>
              <a:t>/24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860" y="4092803"/>
            <a:ext cx="4769495" cy="11735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1FF90F-FACC-4368-9082-5B3CFDDDEACD}"/>
              </a:ext>
            </a:extLst>
          </p:cNvPr>
          <p:cNvSpPr txBox="1"/>
          <p:nvPr/>
        </p:nvSpPr>
        <p:spPr>
          <a:xfrm>
            <a:off x="10256985" y="6544808"/>
            <a:ext cx="10775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Channel.cpp</a:t>
            </a:r>
            <a:endParaRPr lang="en-US" sz="1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984" y="1836419"/>
            <a:ext cx="3965958" cy="38015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860" y="1836419"/>
            <a:ext cx="5871920" cy="221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224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57DD5-15C4-4AA7-81E3-3FB81005E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4B6F65B-BA5B-4A66-BDF2-796DA6D737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6534693"/>
              </p:ext>
            </p:extLst>
          </p:nvPr>
        </p:nvGraphicFramePr>
        <p:xfrm>
          <a:off x="1262063" y="1828800"/>
          <a:ext cx="85947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89B97078-F52E-4F15-BC2F-E08A8785D2C0}"/>
              </a:ext>
            </a:extLst>
          </p:cNvPr>
          <p:cNvSpPr/>
          <p:nvPr/>
        </p:nvSpPr>
        <p:spPr>
          <a:xfrm>
            <a:off x="1550210" y="4991982"/>
            <a:ext cx="741079" cy="6824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42E2C2-0406-4D70-90A0-19D7E7CCE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52B5397E-818D-4F1F-BB87-170C10BB2430}" type="slidenum">
              <a:rPr lang="en-US" smtClean="0"/>
              <a:t>21</a:t>
            </a:fld>
            <a:r>
              <a:rPr lang="en-US" sz="1200" dirty="0" smtClean="0"/>
              <a:t>/24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41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09218-68D3-4BF4-936F-898DCBCD8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0BDD6-0C74-4849-9A29-CCE2D60B8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Fibonacci Number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8AFF29C-43C4-458E-B700-EB718BA0E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3872103" cy="3664650"/>
          </a:xfrm>
        </p:spPr>
        <p:txBody>
          <a:bodyPr/>
          <a:lstStyle/>
          <a:p>
            <a:pPr lvl="1"/>
            <a:r>
              <a:rPr lang="en-US" dirty="0"/>
              <a:t>n: number of terms </a:t>
            </a:r>
          </a:p>
          <a:p>
            <a:pPr lvl="1"/>
            <a:r>
              <a:rPr lang="en-US" dirty="0"/>
              <a:t>a0, a1, t: variable</a:t>
            </a:r>
          </a:p>
          <a:p>
            <a:pPr lvl="1"/>
            <a:r>
              <a:rPr lang="en-US" dirty="0"/>
              <a:t>pointer: pointer to output </a:t>
            </a:r>
            <a:r>
              <a:rPr lang="en-US" dirty="0" smtClean="0"/>
              <a:t>location</a:t>
            </a:r>
          </a:p>
          <a:p>
            <a:pPr lvl="1"/>
            <a:r>
              <a:rPr lang="en-US" dirty="0" err="1" smtClean="0"/>
              <a:t>cntr</a:t>
            </a:r>
            <a:r>
              <a:rPr lang="en-US" dirty="0"/>
              <a:t>: term counter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FCEC31-04F5-49A7-9B20-EAE3EF75F494}"/>
              </a:ext>
            </a:extLst>
          </p:cNvPr>
          <p:cNvSpPr txBox="1"/>
          <p:nvPr/>
        </p:nvSpPr>
        <p:spPr>
          <a:xfrm>
            <a:off x="6181725" y="1713655"/>
            <a:ext cx="4397358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          </a:t>
            </a:r>
            <a:r>
              <a:rPr lang="en-US" dirty="0" err="1"/>
              <a:t>cntr</a:t>
            </a:r>
            <a:r>
              <a:rPr lang="en-US" dirty="0"/>
              <a:t> ← -n + 2</a:t>
            </a:r>
          </a:p>
          <a:p>
            <a:r>
              <a:rPr lang="en-US" dirty="0"/>
              <a:t>               pointer ← 64</a:t>
            </a:r>
          </a:p>
          <a:p>
            <a:r>
              <a:rPr lang="en-US" dirty="0"/>
              <a:t>                       a0 ← 0</a:t>
            </a:r>
          </a:p>
          <a:p>
            <a:r>
              <a:rPr lang="en-US" dirty="0"/>
              <a:t>mem[pointer++] ← a0</a:t>
            </a:r>
          </a:p>
          <a:p>
            <a:r>
              <a:rPr lang="en-US" dirty="0"/>
              <a:t>                       a1 ← 1</a:t>
            </a:r>
          </a:p>
          <a:p>
            <a:r>
              <a:rPr lang="en-US" dirty="0"/>
              <a:t>mem[pointer++] ← a1</a:t>
            </a:r>
          </a:p>
          <a:p>
            <a:r>
              <a:rPr lang="en-US" dirty="0"/>
              <a:t>                           Loop:</a:t>
            </a:r>
          </a:p>
          <a:p>
            <a:r>
              <a:rPr lang="en-US" dirty="0"/>
              <a:t>					 t ← a0 + a1</a:t>
            </a:r>
          </a:p>
          <a:p>
            <a:r>
              <a:rPr lang="en-US" dirty="0"/>
              <a:t>	    mem[pointer++] ← t</a:t>
            </a:r>
          </a:p>
          <a:p>
            <a:r>
              <a:rPr lang="en-US" dirty="0"/>
              <a:t>	                                print(t)</a:t>
            </a:r>
          </a:p>
          <a:p>
            <a:r>
              <a:rPr lang="en-US" dirty="0"/>
              <a:t>	                           a0 ← a1</a:t>
            </a:r>
          </a:p>
          <a:p>
            <a:r>
              <a:rPr lang="en-US" dirty="0"/>
              <a:t>	                           a1 ← t</a:t>
            </a:r>
          </a:p>
          <a:p>
            <a:r>
              <a:rPr lang="en-US" dirty="0"/>
              <a:t>	                           skip if ++</a:t>
            </a:r>
            <a:r>
              <a:rPr lang="en-US" dirty="0" err="1"/>
              <a:t>cntr</a:t>
            </a:r>
            <a:r>
              <a:rPr lang="en-US" dirty="0"/>
              <a:t> == 0</a:t>
            </a:r>
          </a:p>
          <a:p>
            <a:r>
              <a:rPr lang="en-US" dirty="0"/>
              <a:t>	                           jump to Loop</a:t>
            </a:r>
          </a:p>
          <a:p>
            <a:r>
              <a:rPr lang="en-US" dirty="0"/>
              <a:t>                           Exit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5E535C-2BB5-41F2-92DB-A65678B1D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52B5397E-818D-4F1F-BB87-170C10BB2430}" type="slidenum">
              <a:rPr lang="en-US" smtClean="0"/>
              <a:t>22</a:t>
            </a:fld>
            <a:r>
              <a:rPr lang="en-US" sz="1200" dirty="0" smtClean="0"/>
              <a:t>/24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347" y="3797693"/>
            <a:ext cx="2329601" cy="124061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725" y="1698559"/>
            <a:ext cx="4267570" cy="46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3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8DD99-3E82-4702-91B8-E1B1EA89C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(cont’d)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Fibonacci Number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90462" y="2508250"/>
            <a:ext cx="3423127" cy="3663950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 smtClean="0"/>
              <a:t>Interrupt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65FC24E-0B94-4511-82AB-FF4AF85A3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52B5397E-818D-4F1F-BB87-170C10BB2430}" type="slidenum">
              <a:rPr lang="en-US" smtClean="0"/>
              <a:t>23</a:t>
            </a:fld>
            <a:r>
              <a:rPr lang="en-US" sz="1200" dirty="0" smtClean="0"/>
              <a:t>/24</a:t>
            </a:r>
            <a:endParaRPr lang="en-US" dirty="0"/>
          </a:p>
        </p:txBody>
      </p:sp>
      <p:pic>
        <p:nvPicPr>
          <p:cNvPr id="11" name="Content Placeholder 2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08192" y="2508250"/>
            <a:ext cx="4400931" cy="217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54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6D6F1-4B71-49A0-AA56-5CB2B2C7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026" name="Picture 2" descr="Thank You - Louise Hunt">
            <a:extLst>
              <a:ext uri="{FF2B5EF4-FFF2-40B4-BE49-F238E27FC236}">
                <a16:creationId xmlns:a16="http://schemas.microsoft.com/office/drawing/2014/main" id="{97C2BD9E-1F03-4424-9851-EC56A8DE0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872" y="2028826"/>
            <a:ext cx="9329056" cy="4081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3B8784-B756-4F48-9BB6-232B7759F815}"/>
              </a:ext>
            </a:extLst>
          </p:cNvPr>
          <p:cNvSpPr txBox="1"/>
          <p:nvPr/>
        </p:nvSpPr>
        <p:spPr>
          <a:xfrm>
            <a:off x="9924174" y="6488668"/>
            <a:ext cx="13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5573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1139</TotalTime>
  <Words>394</Words>
  <Application>Microsoft Office PowerPoint</Application>
  <PresentationFormat>Widescreen</PresentationFormat>
  <Paragraphs>145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Century Schoolbook</vt:lpstr>
      <vt:lpstr>Wingdings 2</vt:lpstr>
      <vt:lpstr>View</vt:lpstr>
      <vt:lpstr>ISS of PUNEH</vt:lpstr>
      <vt:lpstr>Outline</vt:lpstr>
      <vt:lpstr>System Hierarchy</vt:lpstr>
      <vt:lpstr>Data Path of PUNEH</vt:lpstr>
      <vt:lpstr>Instructions of PUNEH</vt:lpstr>
      <vt:lpstr>Outline</vt:lpstr>
      <vt:lpstr>System</vt:lpstr>
      <vt:lpstr>Register and Flag</vt:lpstr>
      <vt:lpstr>ISS of PUNEH</vt:lpstr>
      <vt:lpstr>Main Port Operations</vt:lpstr>
      <vt:lpstr>ISS of PUNEH (cont’d)</vt:lpstr>
      <vt:lpstr>ISS of PUNEH (cont’d)</vt:lpstr>
      <vt:lpstr>ISS of PUNEH (cont’d)</vt:lpstr>
      <vt:lpstr>Update Flags</vt:lpstr>
      <vt:lpstr>System</vt:lpstr>
      <vt:lpstr>Shared Channel (cont’d)</vt:lpstr>
      <vt:lpstr>Shared Channel</vt:lpstr>
      <vt:lpstr>Shared Channel  (cont’d)</vt:lpstr>
      <vt:lpstr>Shared Channel  (cont’d)</vt:lpstr>
      <vt:lpstr>Shared Channel  (cont’d)</vt:lpstr>
      <vt:lpstr>Outline</vt:lpstr>
      <vt:lpstr>Results </vt:lpstr>
      <vt:lpstr>Results (cont’d)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 of PUNEH</dc:title>
  <dc:creator>ali saber</dc:creator>
  <cp:lastModifiedBy>RGS-Co</cp:lastModifiedBy>
  <cp:revision>45</cp:revision>
  <dcterms:created xsi:type="dcterms:W3CDTF">2021-05-30T15:08:34Z</dcterms:created>
  <dcterms:modified xsi:type="dcterms:W3CDTF">2021-08-22T01:03:30Z</dcterms:modified>
</cp:coreProperties>
</file>